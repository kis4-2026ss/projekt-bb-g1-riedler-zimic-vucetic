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9" r:id="rId11"/>
    <p:sldId id="272" r:id="rId12"/>
    <p:sldId id="282" r:id="rId13"/>
    <p:sldId id="288" r:id="rId14"/>
    <p:sldId id="280" r:id="rId15"/>
    <p:sldId id="281" r:id="rId16"/>
    <p:sldId id="287" r:id="rId17"/>
    <p:sldId id="274" r:id="rId18"/>
    <p:sldId id="275" r:id="rId19"/>
    <p:sldId id="276" r:id="rId20"/>
    <p:sldId id="277" r:id="rId21"/>
    <p:sldId id="283" r:id="rId22"/>
    <p:sldId id="285" r:id="rId23"/>
    <p:sldId id="284" r:id="rId24"/>
    <p:sldId id="278" r:id="rId25"/>
    <p:sldId id="279" r:id="rId26"/>
    <p:sldId id="286" r:id="rId27"/>
    <p:sldId id="289" r:id="rId28"/>
    <p:sldId id="273" r:id="rId29"/>
    <p:sldId id="290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A5457C-645A-403F-9BA4-7795321D7AB0}" v="799" dt="2026-06-20T11:29:38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8" autoAdjust="0"/>
  </p:normalViewPr>
  <p:slideViewPr>
    <p:cSldViewPr snapToGrid="0">
      <p:cViewPr varScale="1">
        <p:scale>
          <a:sx n="70" d="100"/>
          <a:sy n="70" d="100"/>
        </p:scale>
        <p:origin x="45" y="33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mic Sanin - s2410307049" userId="S::s2410307049@fhooe.at::b2f99897-ee14-4126-8352-0ebfe6f95b16" providerId="AD" clId="Web-{123F3D02-AB4D-E7FB-C5D4-171D6CE63936}"/>
    <pc:docChg chg="addSld delSld modSld">
      <pc:chgData name="Zimic Sanin - s2410307049" userId="S::s2410307049@fhooe.at::b2f99897-ee14-4126-8352-0ebfe6f95b16" providerId="AD" clId="Web-{123F3D02-AB4D-E7FB-C5D4-171D6CE63936}" dt="2026-06-18T11:07:18.764" v="47" actId="1076"/>
      <pc:docMkLst>
        <pc:docMk/>
      </pc:docMkLst>
      <pc:sldChg chg="addSp delSp modSp new">
        <pc:chgData name="Zimic Sanin - s2410307049" userId="S::s2410307049@fhooe.at::b2f99897-ee14-4126-8352-0ebfe6f95b16" providerId="AD" clId="Web-{123F3D02-AB4D-E7FB-C5D4-171D6CE63936}" dt="2026-06-18T09:22:24.496" v="10" actId="1076"/>
        <pc:sldMkLst>
          <pc:docMk/>
          <pc:sldMk cId="3493369018" sldId="261"/>
        </pc:sldMkLst>
        <pc:spChg chg="mod">
          <ac:chgData name="Zimic Sanin - s2410307049" userId="S::s2410307049@fhooe.at::b2f99897-ee14-4126-8352-0ebfe6f95b16" providerId="AD" clId="Web-{123F3D02-AB4D-E7FB-C5D4-171D6CE63936}" dt="2026-06-18T09:21:46.653" v="5" actId="20577"/>
          <ac:spMkLst>
            <pc:docMk/>
            <pc:sldMk cId="3493369018" sldId="261"/>
            <ac:spMk id="2" creationId="{8A126253-E220-7A1C-317A-8B919C0D4C73}"/>
          </ac:spMkLst>
        </pc:spChg>
        <pc:picChg chg="add mod ord">
          <ac:chgData name="Zimic Sanin - s2410307049" userId="S::s2410307049@fhooe.at::b2f99897-ee14-4126-8352-0ebfe6f95b16" providerId="AD" clId="Web-{123F3D02-AB4D-E7FB-C5D4-171D6CE63936}" dt="2026-06-18T09:21:59.996" v="7" actId="1076"/>
          <ac:picMkLst>
            <pc:docMk/>
            <pc:sldMk cId="3493369018" sldId="261"/>
            <ac:picMk id="4" creationId="{EB8B48DA-20B0-CFEA-7D0F-4C51A89215DA}"/>
          </ac:picMkLst>
        </pc:picChg>
        <pc:picChg chg="add mod">
          <ac:chgData name="Zimic Sanin - s2410307049" userId="S::s2410307049@fhooe.at::b2f99897-ee14-4126-8352-0ebfe6f95b16" providerId="AD" clId="Web-{123F3D02-AB4D-E7FB-C5D4-171D6CE63936}" dt="2026-06-18T09:22:24.496" v="10" actId="1076"/>
          <ac:picMkLst>
            <pc:docMk/>
            <pc:sldMk cId="3493369018" sldId="261"/>
            <ac:picMk id="5" creationId="{6B5C95E4-AA1E-9E0F-DC31-A43255A31CB8}"/>
          </ac:picMkLst>
        </pc:picChg>
      </pc:sldChg>
      <pc:sldChg chg="addSp delSp modSp new">
        <pc:chgData name="Zimic Sanin - s2410307049" userId="S::s2410307049@fhooe.at::b2f99897-ee14-4126-8352-0ebfe6f95b16" providerId="AD" clId="Web-{123F3D02-AB4D-E7FB-C5D4-171D6CE63936}" dt="2026-06-18T10:45:11.560" v="44"/>
        <pc:sldMkLst>
          <pc:docMk/>
          <pc:sldMk cId="30388679" sldId="263"/>
        </pc:sldMkLst>
        <pc:spChg chg="mod">
          <ac:chgData name="Zimic Sanin - s2410307049" userId="S::s2410307049@fhooe.at::b2f99897-ee14-4126-8352-0ebfe6f95b16" providerId="AD" clId="Web-{123F3D02-AB4D-E7FB-C5D4-171D6CE63936}" dt="2026-06-18T10:04:39.020" v="18" actId="20577"/>
          <ac:spMkLst>
            <pc:docMk/>
            <pc:sldMk cId="30388679" sldId="263"/>
            <ac:spMk id="2" creationId="{D226532D-E2EA-490E-5AAF-F567AE480419}"/>
          </ac:spMkLst>
        </pc:spChg>
        <pc:picChg chg="add mod ord">
          <ac:chgData name="Zimic Sanin - s2410307049" userId="S::s2410307049@fhooe.at::b2f99897-ee14-4126-8352-0ebfe6f95b16" providerId="AD" clId="Web-{123F3D02-AB4D-E7FB-C5D4-171D6CE63936}" dt="2026-06-18T10:45:11.560" v="44"/>
          <ac:picMkLst>
            <pc:docMk/>
            <pc:sldMk cId="30388679" sldId="263"/>
            <ac:picMk id="4" creationId="{3CBEAA44-4E0F-BC47-39AA-C4F0E2917084}"/>
          </ac:picMkLst>
        </pc:picChg>
      </pc:sldChg>
      <pc:sldChg chg="addSp delSp modSp new">
        <pc:chgData name="Zimic Sanin - s2410307049" userId="S::s2410307049@fhooe.at::b2f99897-ee14-4126-8352-0ebfe6f95b16" providerId="AD" clId="Web-{123F3D02-AB4D-E7FB-C5D4-171D6CE63936}" dt="2026-06-18T10:57:03.552" v="45"/>
        <pc:sldMkLst>
          <pc:docMk/>
          <pc:sldMk cId="1257987197" sldId="264"/>
        </pc:sldMkLst>
        <pc:spChg chg="mod">
          <ac:chgData name="Zimic Sanin - s2410307049" userId="S::s2410307049@fhooe.at::b2f99897-ee14-4126-8352-0ebfe6f95b16" providerId="AD" clId="Web-{123F3D02-AB4D-E7FB-C5D4-171D6CE63936}" dt="2026-06-18T10:04:45.473" v="22" actId="20577"/>
          <ac:spMkLst>
            <pc:docMk/>
            <pc:sldMk cId="1257987197" sldId="264"/>
            <ac:spMk id="2" creationId="{223CD9F8-3EC6-A80D-9597-6F524080095D}"/>
          </ac:spMkLst>
        </pc:spChg>
        <pc:picChg chg="add mod ord">
          <ac:chgData name="Zimic Sanin - s2410307049" userId="S::s2410307049@fhooe.at::b2f99897-ee14-4126-8352-0ebfe6f95b16" providerId="AD" clId="Web-{123F3D02-AB4D-E7FB-C5D4-171D6CE63936}" dt="2026-06-18T10:57:03.552" v="45"/>
          <ac:picMkLst>
            <pc:docMk/>
            <pc:sldMk cId="1257987197" sldId="264"/>
            <ac:picMk id="4" creationId="{961EDF61-9FCA-DEA7-A033-20E79AC7822F}"/>
          </ac:picMkLst>
        </pc:picChg>
      </pc:sldChg>
      <pc:sldChg chg="addSp delSp modSp new">
        <pc:chgData name="Zimic Sanin - s2410307049" userId="S::s2410307049@fhooe.at::b2f99897-ee14-4126-8352-0ebfe6f95b16" providerId="AD" clId="Web-{123F3D02-AB4D-E7FB-C5D4-171D6CE63936}" dt="2026-06-18T11:07:18.764" v="47" actId="1076"/>
        <pc:sldMkLst>
          <pc:docMk/>
          <pc:sldMk cId="2698356905" sldId="265"/>
        </pc:sldMkLst>
        <pc:spChg chg="mod">
          <ac:chgData name="Zimic Sanin - s2410307049" userId="S::s2410307049@fhooe.at::b2f99897-ee14-4126-8352-0ebfe6f95b16" providerId="AD" clId="Web-{123F3D02-AB4D-E7FB-C5D4-171D6CE63936}" dt="2026-06-18T10:04:51.488" v="25" actId="20577"/>
          <ac:spMkLst>
            <pc:docMk/>
            <pc:sldMk cId="2698356905" sldId="265"/>
            <ac:spMk id="2" creationId="{E7717CA0-29D0-8094-7C6A-1FDF7107F817}"/>
          </ac:spMkLst>
        </pc:spChg>
        <pc:picChg chg="add mod ord">
          <ac:chgData name="Zimic Sanin - s2410307049" userId="S::s2410307049@fhooe.at::b2f99897-ee14-4126-8352-0ebfe6f95b16" providerId="AD" clId="Web-{123F3D02-AB4D-E7FB-C5D4-171D6CE63936}" dt="2026-06-18T11:07:18.764" v="47" actId="1076"/>
          <ac:picMkLst>
            <pc:docMk/>
            <pc:sldMk cId="2698356905" sldId="265"/>
            <ac:picMk id="4" creationId="{5897E940-F878-5591-6CA1-029CDDEF2651}"/>
          </ac:picMkLst>
        </pc:picChg>
      </pc:sldChg>
      <pc:sldChg chg="modSp new">
        <pc:chgData name="Zimic Sanin - s2410307049" userId="S::s2410307049@fhooe.at::b2f99897-ee14-4126-8352-0ebfe6f95b16" providerId="AD" clId="Web-{123F3D02-AB4D-E7FB-C5D4-171D6CE63936}" dt="2026-06-18T10:05:02.442" v="36" actId="20577"/>
        <pc:sldMkLst>
          <pc:docMk/>
          <pc:sldMk cId="3460060767" sldId="266"/>
        </pc:sldMkLst>
        <pc:spChg chg="mod">
          <ac:chgData name="Zimic Sanin - s2410307049" userId="S::s2410307049@fhooe.at::b2f99897-ee14-4126-8352-0ebfe6f95b16" providerId="AD" clId="Web-{123F3D02-AB4D-E7FB-C5D4-171D6CE63936}" dt="2026-06-18T10:05:02.442" v="36" actId="20577"/>
          <ac:spMkLst>
            <pc:docMk/>
            <pc:sldMk cId="3460060767" sldId="266"/>
            <ac:spMk id="2" creationId="{4BFA2016-877D-29A3-E3A3-D9EAA1532C16}"/>
          </ac:spMkLst>
        </pc:spChg>
      </pc:sldChg>
      <pc:sldChg chg="modSp add replId">
        <pc:chgData name="Zimic Sanin - s2410307049" userId="S::s2410307049@fhooe.at::b2f99897-ee14-4126-8352-0ebfe6f95b16" providerId="AD" clId="Web-{123F3D02-AB4D-E7FB-C5D4-171D6CE63936}" dt="2026-06-18T10:05:30.598" v="42" actId="20577"/>
        <pc:sldMkLst>
          <pc:docMk/>
          <pc:sldMk cId="2560056892" sldId="269"/>
        </pc:sldMkLst>
        <pc:spChg chg="mod">
          <ac:chgData name="Zimic Sanin - s2410307049" userId="S::s2410307049@fhooe.at::b2f99897-ee14-4126-8352-0ebfe6f95b16" providerId="AD" clId="Web-{123F3D02-AB4D-E7FB-C5D4-171D6CE63936}" dt="2026-06-18T10:05:30.598" v="42" actId="20577"/>
          <ac:spMkLst>
            <pc:docMk/>
            <pc:sldMk cId="2560056892" sldId="269"/>
            <ac:spMk id="2" creationId="{7DF53419-6C86-F543-E27A-B6226A56B41D}"/>
          </ac:spMkLst>
        </pc:spChg>
      </pc:sldChg>
    </pc:docChg>
  </pc:docChgLst>
  <pc:docChgLst>
    <pc:chgData name="Zimic Sanin - s2410307049" userId="b2f99897-ee14-4126-8352-0ebfe6f95b16" providerId="ADAL" clId="{9B3397F2-2763-4284-9F5D-4E7DFFD58DBF}"/>
    <pc:docChg chg="undo custSel addSld delSld modSld sldOrd modMainMaster">
      <pc:chgData name="Zimic Sanin - s2410307049" userId="b2f99897-ee14-4126-8352-0ebfe6f95b16" providerId="ADAL" clId="{9B3397F2-2763-4284-9F5D-4E7DFFD58DBF}" dt="2026-06-20T11:29:38.701" v="1717" actId="1076"/>
      <pc:docMkLst>
        <pc:docMk/>
      </pc:docMkLst>
      <pc:sldChg chg="addSp delSp modSp new mod setBg">
        <pc:chgData name="Zimic Sanin - s2410307049" userId="b2f99897-ee14-4126-8352-0ebfe6f95b16" providerId="ADAL" clId="{9B3397F2-2763-4284-9F5D-4E7DFFD58DBF}" dt="2026-06-20T07:36:38.396" v="1464" actId="26606"/>
        <pc:sldMkLst>
          <pc:docMk/>
          <pc:sldMk cId="179728126" sldId="256"/>
        </pc:sldMkLst>
        <pc:spChg chg="mod">
          <ac:chgData name="Zimic Sanin - s2410307049" userId="b2f99897-ee14-4126-8352-0ebfe6f95b16" providerId="ADAL" clId="{9B3397F2-2763-4284-9F5D-4E7DFFD58DBF}" dt="2026-06-20T07:36:38.396" v="1464" actId="26606"/>
          <ac:spMkLst>
            <pc:docMk/>
            <pc:sldMk cId="179728126" sldId="256"/>
            <ac:spMk id="2" creationId="{F20087E1-B321-5FD3-486F-9E16BD3F60AF}"/>
          </ac:spMkLst>
        </pc:spChg>
        <pc:spChg chg="mod">
          <ac:chgData name="Zimic Sanin - s2410307049" userId="b2f99897-ee14-4126-8352-0ebfe6f95b16" providerId="ADAL" clId="{9B3397F2-2763-4284-9F5D-4E7DFFD58DBF}" dt="2026-06-20T07:36:38.396" v="1464" actId="26606"/>
          <ac:spMkLst>
            <pc:docMk/>
            <pc:sldMk cId="179728126" sldId="256"/>
            <ac:spMk id="3" creationId="{1EAA0530-AA0F-D3A4-6B5E-C26AF200651A}"/>
          </ac:spMkLst>
        </pc:spChg>
        <pc:spChg chg="add del">
          <ac:chgData name="Zimic Sanin - s2410307049" userId="b2f99897-ee14-4126-8352-0ebfe6f95b16" providerId="ADAL" clId="{9B3397F2-2763-4284-9F5D-4E7DFFD58DBF}" dt="2026-06-20T07:36:38.396" v="1464" actId="26606"/>
          <ac:spMkLst>
            <pc:docMk/>
            <pc:sldMk cId="179728126" sldId="256"/>
            <ac:spMk id="8" creationId="{1ACA2EA0-FFD3-42EC-9406-B595015ED96E}"/>
          </ac:spMkLst>
        </pc:spChg>
        <pc:spChg chg="add del">
          <ac:chgData name="Zimic Sanin - s2410307049" userId="b2f99897-ee14-4126-8352-0ebfe6f95b16" providerId="ADAL" clId="{9B3397F2-2763-4284-9F5D-4E7DFFD58DBF}" dt="2026-06-20T07:36:38.396" v="1464" actId="26606"/>
          <ac:spMkLst>
            <pc:docMk/>
            <pc:sldMk cId="179728126" sldId="256"/>
            <ac:spMk id="10" creationId="{D5288BCE-665C-472A-8C43-664BCFA31E43}"/>
          </ac:spMkLst>
        </pc:spChg>
        <pc:spChg chg="add del">
          <ac:chgData name="Zimic Sanin - s2410307049" userId="b2f99897-ee14-4126-8352-0ebfe6f95b16" providerId="ADAL" clId="{9B3397F2-2763-4284-9F5D-4E7DFFD58DBF}" dt="2026-06-20T07:36:38.396" v="1464" actId="26606"/>
          <ac:spMkLst>
            <pc:docMk/>
            <pc:sldMk cId="179728126" sldId="256"/>
            <ac:spMk id="12" creationId="{46C57131-53A7-4C1A-BEA8-25F06A06AD29}"/>
          </ac:spMkLst>
        </pc:spChg>
      </pc:sldChg>
      <pc:sldChg chg="addSp delSp modSp new mod modShow">
        <pc:chgData name="Zimic Sanin - s2410307049" userId="b2f99897-ee14-4126-8352-0ebfe6f95b16" providerId="ADAL" clId="{9B3397F2-2763-4284-9F5D-4E7DFFD58DBF}" dt="2026-06-20T11:01:43.540" v="1517" actId="729"/>
        <pc:sldMkLst>
          <pc:docMk/>
          <pc:sldMk cId="981181736" sldId="257"/>
        </pc:sldMkLst>
        <pc:spChg chg="mod">
          <ac:chgData name="Zimic Sanin - s2410307049" userId="b2f99897-ee14-4126-8352-0ebfe6f95b16" providerId="ADAL" clId="{9B3397F2-2763-4284-9F5D-4E7DFFD58DBF}" dt="2026-06-05T16:28:54.870" v="119" actId="20577"/>
          <ac:spMkLst>
            <pc:docMk/>
            <pc:sldMk cId="981181736" sldId="257"/>
            <ac:spMk id="2" creationId="{0304E30F-F1BC-F60A-2A2E-3D5B4B610B59}"/>
          </ac:spMkLst>
        </pc:spChg>
        <pc:picChg chg="add mod ord">
          <ac:chgData name="Zimic Sanin - s2410307049" userId="b2f99897-ee14-4126-8352-0ebfe6f95b16" providerId="ADAL" clId="{9B3397F2-2763-4284-9F5D-4E7DFFD58DBF}" dt="2026-06-05T16:29:00.474" v="122" actId="14100"/>
          <ac:picMkLst>
            <pc:docMk/>
            <pc:sldMk cId="981181736" sldId="257"/>
            <ac:picMk id="5" creationId="{96E32BEE-2B9C-8860-614C-B9A633FDE4FA}"/>
          </ac:picMkLst>
        </pc:picChg>
        <pc:picChg chg="add mod">
          <ac:chgData name="Zimic Sanin - s2410307049" userId="b2f99897-ee14-4126-8352-0ebfe6f95b16" providerId="ADAL" clId="{9B3397F2-2763-4284-9F5D-4E7DFFD58DBF}" dt="2026-06-05T16:42:31.511" v="125" actId="1076"/>
          <ac:picMkLst>
            <pc:docMk/>
            <pc:sldMk cId="981181736" sldId="257"/>
            <ac:picMk id="7" creationId="{A67F5875-2C18-5EEA-5349-F9B1B9666BA9}"/>
          </ac:picMkLst>
        </pc:picChg>
        <pc:picChg chg="add mod">
          <ac:chgData name="Zimic Sanin - s2410307049" userId="b2f99897-ee14-4126-8352-0ebfe6f95b16" providerId="ADAL" clId="{9B3397F2-2763-4284-9F5D-4E7DFFD58DBF}" dt="2026-06-05T16:47:00.316" v="127" actId="1076"/>
          <ac:picMkLst>
            <pc:docMk/>
            <pc:sldMk cId="981181736" sldId="257"/>
            <ac:picMk id="9" creationId="{095CD734-844C-6424-682B-B6E93FEA3DD0}"/>
          </ac:picMkLst>
        </pc:picChg>
      </pc:sldChg>
      <pc:sldChg chg="addSp delSp modSp new mod ord">
        <pc:chgData name="Zimic Sanin - s2410307049" userId="b2f99897-ee14-4126-8352-0ebfe6f95b16" providerId="ADAL" clId="{9B3397F2-2763-4284-9F5D-4E7DFFD58DBF}" dt="2026-06-20T11:02:28.538" v="1521"/>
        <pc:sldMkLst>
          <pc:docMk/>
          <pc:sldMk cId="3063264874" sldId="258"/>
        </pc:sldMkLst>
        <pc:spChg chg="mod">
          <ac:chgData name="Zimic Sanin - s2410307049" userId="b2f99897-ee14-4126-8352-0ebfe6f95b16" providerId="ADAL" clId="{9B3397F2-2763-4284-9F5D-4E7DFFD58DBF}" dt="2026-06-05T16:52:34.233" v="144" actId="20577"/>
          <ac:spMkLst>
            <pc:docMk/>
            <pc:sldMk cId="3063264874" sldId="258"/>
            <ac:spMk id="2" creationId="{68B4C8E5-A905-E1B6-1102-85C6CE13A28B}"/>
          </ac:spMkLst>
        </pc:spChg>
        <pc:picChg chg="add mod ord">
          <ac:chgData name="Zimic Sanin - s2410307049" userId="b2f99897-ee14-4126-8352-0ebfe6f95b16" providerId="ADAL" clId="{9B3397F2-2763-4284-9F5D-4E7DFFD58DBF}" dt="2026-06-05T16:52:39.553" v="146" actId="1076"/>
          <ac:picMkLst>
            <pc:docMk/>
            <pc:sldMk cId="3063264874" sldId="258"/>
            <ac:picMk id="5" creationId="{187B4FCF-853F-2967-A72E-DB7E77B42EB9}"/>
          </ac:picMkLst>
        </pc:picChg>
        <pc:picChg chg="add mod">
          <ac:chgData name="Zimic Sanin - s2410307049" userId="b2f99897-ee14-4126-8352-0ebfe6f95b16" providerId="ADAL" clId="{9B3397F2-2763-4284-9F5D-4E7DFFD58DBF}" dt="2026-06-05T16:52:51.738" v="148" actId="1076"/>
          <ac:picMkLst>
            <pc:docMk/>
            <pc:sldMk cId="3063264874" sldId="258"/>
            <ac:picMk id="7" creationId="{0D33774B-352A-D3EF-D11B-239C1C63A8C7}"/>
          </ac:picMkLst>
        </pc:picChg>
      </pc:sldChg>
      <pc:sldChg chg="addSp delSp modSp new mod ord">
        <pc:chgData name="Zimic Sanin - s2410307049" userId="b2f99897-ee14-4126-8352-0ebfe6f95b16" providerId="ADAL" clId="{9B3397F2-2763-4284-9F5D-4E7DFFD58DBF}" dt="2026-06-20T11:02:23.625" v="1519"/>
        <pc:sldMkLst>
          <pc:docMk/>
          <pc:sldMk cId="4264717488" sldId="259"/>
        </pc:sldMkLst>
        <pc:spChg chg="mod">
          <ac:chgData name="Zimic Sanin - s2410307049" userId="b2f99897-ee14-4126-8352-0ebfe6f95b16" providerId="ADAL" clId="{9B3397F2-2763-4284-9F5D-4E7DFFD58DBF}" dt="2026-06-15T20:14:42.194" v="162" actId="20577"/>
          <ac:spMkLst>
            <pc:docMk/>
            <pc:sldMk cId="4264717488" sldId="259"/>
            <ac:spMk id="2" creationId="{51925261-4AE7-A758-BD1F-04FA541F3D64}"/>
          </ac:spMkLst>
        </pc:spChg>
        <pc:picChg chg="add mod ord">
          <ac:chgData name="Zimic Sanin - s2410307049" userId="b2f99897-ee14-4126-8352-0ebfe6f95b16" providerId="ADAL" clId="{9B3397F2-2763-4284-9F5D-4E7DFFD58DBF}" dt="2026-06-05T16:53:28.015" v="151" actId="1076"/>
          <ac:picMkLst>
            <pc:docMk/>
            <pc:sldMk cId="4264717488" sldId="259"/>
            <ac:picMk id="5" creationId="{D03BFFE7-2729-A9F2-31A6-CA8DC9F24E6A}"/>
          </ac:picMkLst>
        </pc:picChg>
        <pc:picChg chg="add mod">
          <ac:chgData name="Zimic Sanin - s2410307049" userId="b2f99897-ee14-4126-8352-0ebfe6f95b16" providerId="ADAL" clId="{9B3397F2-2763-4284-9F5D-4E7DFFD58DBF}" dt="2026-06-05T16:53:38.597" v="153" actId="1076"/>
          <ac:picMkLst>
            <pc:docMk/>
            <pc:sldMk cId="4264717488" sldId="259"/>
            <ac:picMk id="7" creationId="{706012F9-03CA-954A-6C9C-E0C022C644D1}"/>
          </ac:picMkLst>
        </pc:picChg>
        <pc:picChg chg="add mod">
          <ac:chgData name="Zimic Sanin - s2410307049" userId="b2f99897-ee14-4126-8352-0ebfe6f95b16" providerId="ADAL" clId="{9B3397F2-2763-4284-9F5D-4E7DFFD58DBF}" dt="2026-06-05T16:55:12.481" v="155" actId="1076"/>
          <ac:picMkLst>
            <pc:docMk/>
            <pc:sldMk cId="4264717488" sldId="259"/>
            <ac:picMk id="9" creationId="{4352EA07-6192-B627-C638-279523CB655A}"/>
          </ac:picMkLst>
        </pc:picChg>
        <pc:picChg chg="add mod">
          <ac:chgData name="Zimic Sanin - s2410307049" userId="b2f99897-ee14-4126-8352-0ebfe6f95b16" providerId="ADAL" clId="{9B3397F2-2763-4284-9F5D-4E7DFFD58DBF}" dt="2026-06-05T16:55:26.059" v="157" actId="1076"/>
          <ac:picMkLst>
            <pc:docMk/>
            <pc:sldMk cId="4264717488" sldId="259"/>
            <ac:picMk id="11" creationId="{BBCA94AD-6A54-7B1A-2A5D-B84A9ED2C21C}"/>
          </ac:picMkLst>
        </pc:picChg>
      </pc:sldChg>
      <pc:sldChg chg="modSp new del mod ord">
        <pc:chgData name="Zimic Sanin - s2410307049" userId="b2f99897-ee14-4126-8352-0ebfe6f95b16" providerId="ADAL" clId="{9B3397F2-2763-4284-9F5D-4E7DFFD58DBF}" dt="2026-06-20T11:09:37.097" v="1569" actId="2696"/>
        <pc:sldMkLst>
          <pc:docMk/>
          <pc:sldMk cId="1298040588" sldId="260"/>
        </pc:sldMkLst>
      </pc:sldChg>
      <pc:sldChg chg="addSp mod">
        <pc:chgData name="Zimic Sanin - s2410307049" userId="b2f99897-ee14-4126-8352-0ebfe6f95b16" providerId="ADAL" clId="{9B3397F2-2763-4284-9F5D-4E7DFFD58DBF}" dt="2026-06-18T19:05:54.398" v="1391" actId="22"/>
        <pc:sldMkLst>
          <pc:docMk/>
          <pc:sldMk cId="3460060767" sldId="266"/>
        </pc:sldMkLst>
        <pc:picChg chg="add">
          <ac:chgData name="Zimic Sanin - s2410307049" userId="b2f99897-ee14-4126-8352-0ebfe6f95b16" providerId="ADAL" clId="{9B3397F2-2763-4284-9F5D-4E7DFFD58DBF}" dt="2026-06-18T19:05:54.398" v="1391" actId="22"/>
          <ac:picMkLst>
            <pc:docMk/>
            <pc:sldMk cId="3460060767" sldId="266"/>
            <ac:picMk id="5" creationId="{13F1BB1A-8847-F484-42EB-984F13349301}"/>
          </ac:picMkLst>
        </pc:picChg>
      </pc:sldChg>
      <pc:sldChg chg="del">
        <pc:chgData name="Zimic Sanin - s2410307049" userId="b2f99897-ee14-4126-8352-0ebfe6f95b16" providerId="ADAL" clId="{9B3397F2-2763-4284-9F5D-4E7DFFD58DBF}" dt="2026-06-20T11:23:31.150" v="1705" actId="2696"/>
        <pc:sldMkLst>
          <pc:docMk/>
          <pc:sldMk cId="576046495" sldId="267"/>
        </pc:sldMkLst>
      </pc:sldChg>
      <pc:sldChg chg="del">
        <pc:chgData name="Zimic Sanin - s2410307049" userId="b2f99897-ee14-4126-8352-0ebfe6f95b16" providerId="ADAL" clId="{9B3397F2-2763-4284-9F5D-4E7DFFD58DBF}" dt="2026-06-20T11:23:33.258" v="1706" actId="2696"/>
        <pc:sldMkLst>
          <pc:docMk/>
          <pc:sldMk cId="580559698" sldId="268"/>
        </pc:sldMkLst>
      </pc:sldChg>
      <pc:sldChg chg="addSp mod">
        <pc:chgData name="Zimic Sanin - s2410307049" userId="b2f99897-ee14-4126-8352-0ebfe6f95b16" providerId="ADAL" clId="{9B3397F2-2763-4284-9F5D-4E7DFFD58DBF}" dt="2026-06-18T21:42:16.602" v="1392" actId="22"/>
        <pc:sldMkLst>
          <pc:docMk/>
          <pc:sldMk cId="2560056892" sldId="269"/>
        </pc:sldMkLst>
        <pc:picChg chg="add">
          <ac:chgData name="Zimic Sanin - s2410307049" userId="b2f99897-ee14-4126-8352-0ebfe6f95b16" providerId="ADAL" clId="{9B3397F2-2763-4284-9F5D-4E7DFFD58DBF}" dt="2026-06-18T21:42:16.602" v="1392" actId="22"/>
          <ac:picMkLst>
            <pc:docMk/>
            <pc:sldMk cId="2560056892" sldId="269"/>
            <ac:picMk id="5" creationId="{E85EE4CE-30CD-9838-BBB7-89D1FB5A8C0A}"/>
          </ac:picMkLst>
        </pc:picChg>
      </pc:sldChg>
      <pc:sldChg chg="modSp new del mod">
        <pc:chgData name="Zimic Sanin - s2410307049" userId="b2f99897-ee14-4126-8352-0ebfe6f95b16" providerId="ADAL" clId="{9B3397F2-2763-4284-9F5D-4E7DFFD58DBF}" dt="2026-06-20T11:05:30.433" v="1568" actId="2696"/>
        <pc:sldMkLst>
          <pc:docMk/>
          <pc:sldMk cId="3039895531" sldId="271"/>
        </pc:sldMkLst>
      </pc:sldChg>
      <pc:sldChg chg="addSp modSp new mod">
        <pc:chgData name="Zimic Sanin - s2410307049" userId="b2f99897-ee14-4126-8352-0ebfe6f95b16" providerId="ADAL" clId="{9B3397F2-2763-4284-9F5D-4E7DFFD58DBF}" dt="2026-06-20T11:05:23.661" v="1567" actId="122"/>
        <pc:sldMkLst>
          <pc:docMk/>
          <pc:sldMk cId="2708895309" sldId="272"/>
        </pc:sldMkLst>
        <pc:spChg chg="mod">
          <ac:chgData name="Zimic Sanin - s2410307049" userId="b2f99897-ee14-4126-8352-0ebfe6f95b16" providerId="ADAL" clId="{9B3397F2-2763-4284-9F5D-4E7DFFD58DBF}" dt="2026-06-18T17:17:44.657" v="1306" actId="20577"/>
          <ac:spMkLst>
            <pc:docMk/>
            <pc:sldMk cId="2708895309" sldId="272"/>
            <ac:spMk id="2" creationId="{7E866D3E-188E-A24C-2459-69E12245E12C}"/>
          </ac:spMkLst>
        </pc:spChg>
        <pc:spChg chg="add mod">
          <ac:chgData name="Zimic Sanin - s2410307049" userId="b2f99897-ee14-4126-8352-0ebfe6f95b16" providerId="ADAL" clId="{9B3397F2-2763-4284-9F5D-4E7DFFD58DBF}" dt="2026-06-20T11:05:23.661" v="1567" actId="122"/>
          <ac:spMkLst>
            <pc:docMk/>
            <pc:sldMk cId="2708895309" sldId="272"/>
            <ac:spMk id="3" creationId="{4ECDC793-1628-8A86-4ED6-5B8BC6C66DC3}"/>
          </ac:spMkLst>
        </pc:spChg>
      </pc:sldChg>
      <pc:sldChg chg="addSp delSp modSp new mod ord modShow">
        <pc:chgData name="Zimic Sanin - s2410307049" userId="b2f99897-ee14-4126-8352-0ebfe6f95b16" providerId="ADAL" clId="{9B3397F2-2763-4284-9F5D-4E7DFFD58DBF}" dt="2026-06-20T11:21:52.776" v="1690" actId="21"/>
        <pc:sldMkLst>
          <pc:docMk/>
          <pc:sldMk cId="3465578007" sldId="273"/>
        </pc:sldMkLst>
        <pc:spChg chg="mod">
          <ac:chgData name="Zimic Sanin - s2410307049" userId="b2f99897-ee14-4126-8352-0ebfe6f95b16" providerId="ADAL" clId="{9B3397F2-2763-4284-9F5D-4E7DFFD58DBF}" dt="2026-06-18T17:06:36.939" v="368" actId="20577"/>
          <ac:spMkLst>
            <pc:docMk/>
            <pc:sldMk cId="3465578007" sldId="273"/>
            <ac:spMk id="2" creationId="{8BF59FA8-AEC4-E1F2-1BB7-FB85B8F141C9}"/>
          </ac:spMkLst>
        </pc:spChg>
        <pc:spChg chg="add del mod">
          <ac:chgData name="Zimic Sanin - s2410307049" userId="b2f99897-ee14-4126-8352-0ebfe6f95b16" providerId="ADAL" clId="{9B3397F2-2763-4284-9F5D-4E7DFFD58DBF}" dt="2026-06-20T11:21:52.776" v="1690" actId="21"/>
          <ac:spMkLst>
            <pc:docMk/>
            <pc:sldMk cId="3465578007" sldId="273"/>
            <ac:spMk id="5" creationId="{A140621A-2755-86DC-3942-7FD43D1CA08A}"/>
          </ac:spMkLst>
        </pc:spChg>
        <pc:spChg chg="add mod">
          <ac:chgData name="Zimic Sanin - s2410307049" userId="b2f99897-ee14-4126-8352-0ebfe6f95b16" providerId="ADAL" clId="{9B3397F2-2763-4284-9F5D-4E7DFFD58DBF}" dt="2026-06-18T17:08:08.529" v="398" actId="20577"/>
          <ac:spMkLst>
            <pc:docMk/>
            <pc:sldMk cId="3465578007" sldId="273"/>
            <ac:spMk id="7" creationId="{E77A901A-3F75-31A0-745A-2B2D66F47945}"/>
          </ac:spMkLst>
        </pc:spChg>
        <pc:spChg chg="add mod">
          <ac:chgData name="Zimic Sanin - s2410307049" userId="b2f99897-ee14-4126-8352-0ebfe6f95b16" providerId="ADAL" clId="{9B3397F2-2763-4284-9F5D-4E7DFFD58DBF}" dt="2026-06-20T11:21:52.776" v="1690" actId="21"/>
          <ac:spMkLst>
            <pc:docMk/>
            <pc:sldMk cId="3465578007" sldId="273"/>
            <ac:spMk id="8" creationId="{2E16D913-5F31-68A4-1042-E287C38B8D86}"/>
          </ac:spMkLst>
        </pc:spChg>
        <pc:picChg chg="add del mod">
          <ac:chgData name="Zimic Sanin - s2410307049" userId="b2f99897-ee14-4126-8352-0ebfe6f95b16" providerId="ADAL" clId="{9B3397F2-2763-4284-9F5D-4E7DFFD58DBF}" dt="2026-06-20T11:21:52.776" v="1690" actId="21"/>
          <ac:picMkLst>
            <pc:docMk/>
            <pc:sldMk cId="3465578007" sldId="273"/>
            <ac:picMk id="4" creationId="{05E07CC1-0672-012A-0C0F-453FFC5A5E5E}"/>
          </ac:picMkLst>
        </pc:picChg>
        <pc:picChg chg="add mod">
          <ac:chgData name="Zimic Sanin - s2410307049" userId="b2f99897-ee14-4126-8352-0ebfe6f95b16" providerId="ADAL" clId="{9B3397F2-2763-4284-9F5D-4E7DFFD58DBF}" dt="2026-06-18T17:07:54.336" v="385" actId="1076"/>
          <ac:picMkLst>
            <pc:docMk/>
            <pc:sldMk cId="3465578007" sldId="273"/>
            <ac:picMk id="6" creationId="{0E5772CC-796F-7381-6168-4CCEAAD849D6}"/>
          </ac:picMkLst>
        </pc:picChg>
      </pc:sldChg>
      <pc:sldChg chg="modSp new mod">
        <pc:chgData name="Zimic Sanin - s2410307049" userId="b2f99897-ee14-4126-8352-0ebfe6f95b16" providerId="ADAL" clId="{9B3397F2-2763-4284-9F5D-4E7DFFD58DBF}" dt="2026-06-18T17:09:06.868" v="457" actId="20577"/>
        <pc:sldMkLst>
          <pc:docMk/>
          <pc:sldMk cId="2415147233" sldId="274"/>
        </pc:sldMkLst>
        <pc:spChg chg="mod">
          <ac:chgData name="Zimic Sanin - s2410307049" userId="b2f99897-ee14-4126-8352-0ebfe6f95b16" providerId="ADAL" clId="{9B3397F2-2763-4284-9F5D-4E7DFFD58DBF}" dt="2026-06-18T17:08:55.362" v="411" actId="20577"/>
          <ac:spMkLst>
            <pc:docMk/>
            <pc:sldMk cId="2415147233" sldId="274"/>
            <ac:spMk id="2" creationId="{09F06E90-FC5E-FAAD-AE62-1A0701D0E917}"/>
          </ac:spMkLst>
        </pc:spChg>
      </pc:sldChg>
      <pc:sldChg chg="modSp new mod">
        <pc:chgData name="Zimic Sanin - s2410307049" userId="b2f99897-ee14-4126-8352-0ebfe6f95b16" providerId="ADAL" clId="{9B3397F2-2763-4284-9F5D-4E7DFFD58DBF}" dt="2026-06-18T17:09:33.877" v="480" actId="20577"/>
        <pc:sldMkLst>
          <pc:docMk/>
          <pc:sldMk cId="1849022171" sldId="275"/>
        </pc:sldMkLst>
        <pc:spChg chg="mod">
          <ac:chgData name="Zimic Sanin - s2410307049" userId="b2f99897-ee14-4126-8352-0ebfe6f95b16" providerId="ADAL" clId="{9B3397F2-2763-4284-9F5D-4E7DFFD58DBF}" dt="2026-06-18T17:09:20.906" v="462" actId="20577"/>
          <ac:spMkLst>
            <pc:docMk/>
            <pc:sldMk cId="1849022171" sldId="275"/>
            <ac:spMk id="2" creationId="{C520EA8B-F0DE-6066-4E1A-AE534C275472}"/>
          </ac:spMkLst>
        </pc:spChg>
      </pc:sldChg>
      <pc:sldChg chg="modSp new mod">
        <pc:chgData name="Zimic Sanin - s2410307049" userId="b2f99897-ee14-4126-8352-0ebfe6f95b16" providerId="ADAL" clId="{9B3397F2-2763-4284-9F5D-4E7DFFD58DBF}" dt="2026-06-18T17:09:44.927" v="508" actId="20577"/>
        <pc:sldMkLst>
          <pc:docMk/>
          <pc:sldMk cId="135838496" sldId="276"/>
        </pc:sldMkLst>
        <pc:spChg chg="mod">
          <ac:chgData name="Zimic Sanin - s2410307049" userId="b2f99897-ee14-4126-8352-0ebfe6f95b16" providerId="ADAL" clId="{9B3397F2-2763-4284-9F5D-4E7DFFD58DBF}" dt="2026-06-18T17:09:39.752" v="484" actId="20577"/>
          <ac:spMkLst>
            <pc:docMk/>
            <pc:sldMk cId="135838496" sldId="276"/>
            <ac:spMk id="2" creationId="{222D7C22-A702-F7DD-6E9A-33F9C7C69CA4}"/>
          </ac:spMkLst>
        </pc:spChg>
      </pc:sldChg>
      <pc:sldChg chg="modSp new mod">
        <pc:chgData name="Zimic Sanin - s2410307049" userId="b2f99897-ee14-4126-8352-0ebfe6f95b16" providerId="ADAL" clId="{9B3397F2-2763-4284-9F5D-4E7DFFD58DBF}" dt="2026-06-18T17:10:33.134" v="668" actId="20577"/>
        <pc:sldMkLst>
          <pc:docMk/>
          <pc:sldMk cId="2026602056" sldId="277"/>
        </pc:sldMkLst>
        <pc:spChg chg="mod">
          <ac:chgData name="Zimic Sanin - s2410307049" userId="b2f99897-ee14-4126-8352-0ebfe6f95b16" providerId="ADAL" clId="{9B3397F2-2763-4284-9F5D-4E7DFFD58DBF}" dt="2026-06-18T17:10:04.029" v="522" actId="20577"/>
          <ac:spMkLst>
            <pc:docMk/>
            <pc:sldMk cId="2026602056" sldId="277"/>
            <ac:spMk id="2" creationId="{0DC0F7D0-65E3-2A39-6C88-9A6343A8B7CA}"/>
          </ac:spMkLst>
        </pc:spChg>
        <pc:spChg chg="mod">
          <ac:chgData name="Zimic Sanin - s2410307049" userId="b2f99897-ee14-4126-8352-0ebfe6f95b16" providerId="ADAL" clId="{9B3397F2-2763-4284-9F5D-4E7DFFD58DBF}" dt="2026-06-18T17:10:33.134" v="668" actId="20577"/>
          <ac:spMkLst>
            <pc:docMk/>
            <pc:sldMk cId="2026602056" sldId="277"/>
            <ac:spMk id="3" creationId="{4C58FD28-2CFE-C38C-220A-C51F2CFDF3F3}"/>
          </ac:spMkLst>
        </pc:spChg>
      </pc:sldChg>
      <pc:sldChg chg="addSp delSp modSp new mod setBg">
        <pc:chgData name="Zimic Sanin - s2410307049" userId="b2f99897-ee14-4126-8352-0ebfe6f95b16" providerId="ADAL" clId="{9B3397F2-2763-4284-9F5D-4E7DFFD58DBF}" dt="2026-06-20T07:42:14.114" v="1500" actId="1076"/>
        <pc:sldMkLst>
          <pc:docMk/>
          <pc:sldMk cId="2601614586" sldId="278"/>
        </pc:sldMkLst>
        <pc:spChg chg="mod">
          <ac:chgData name="Zimic Sanin - s2410307049" userId="b2f99897-ee14-4126-8352-0ebfe6f95b16" providerId="ADAL" clId="{9B3397F2-2763-4284-9F5D-4E7DFFD58DBF}" dt="2026-06-20T07:41:14.217" v="1492" actId="26606"/>
          <ac:spMkLst>
            <pc:docMk/>
            <pc:sldMk cId="2601614586" sldId="278"/>
            <ac:spMk id="2" creationId="{4AA95CB0-09B0-9C59-650E-F4D025635B1E}"/>
          </ac:spMkLst>
        </pc:spChg>
        <pc:spChg chg="mod">
          <ac:chgData name="Zimic Sanin - s2410307049" userId="b2f99897-ee14-4126-8352-0ebfe6f95b16" providerId="ADAL" clId="{9B3397F2-2763-4284-9F5D-4E7DFFD58DBF}" dt="2026-06-20T07:42:14.114" v="1500" actId="1076"/>
          <ac:spMkLst>
            <pc:docMk/>
            <pc:sldMk cId="2601614586" sldId="278"/>
            <ac:spMk id="3" creationId="{FBB29797-FFE6-ABFD-DF95-266DBE5BCF4D}"/>
          </ac:spMkLst>
        </pc:spChg>
        <pc:spChg chg="add del">
          <ac:chgData name="Zimic Sanin - s2410307049" userId="b2f99897-ee14-4126-8352-0ebfe6f95b16" providerId="ADAL" clId="{9B3397F2-2763-4284-9F5D-4E7DFFD58DBF}" dt="2026-06-20T07:41:14.217" v="1492" actId="26606"/>
          <ac:spMkLst>
            <pc:docMk/>
            <pc:sldMk cId="2601614586" sldId="278"/>
            <ac:spMk id="9" creationId="{F94AA2BD-2E3F-4B1D-8127-5744B8115311}"/>
          </ac:spMkLst>
        </pc:spChg>
        <pc:spChg chg="add del">
          <ac:chgData name="Zimic Sanin - s2410307049" userId="b2f99897-ee14-4126-8352-0ebfe6f95b16" providerId="ADAL" clId="{9B3397F2-2763-4284-9F5D-4E7DFFD58DBF}" dt="2026-06-20T07:41:14.217" v="1492" actId="26606"/>
          <ac:spMkLst>
            <pc:docMk/>
            <pc:sldMk cId="2601614586" sldId="278"/>
            <ac:spMk id="11" creationId="{4BD02261-2DC8-4AA8-9E16-7751AE892445}"/>
          </ac:spMkLst>
        </pc:spChg>
        <pc:spChg chg="add del">
          <ac:chgData name="Zimic Sanin - s2410307049" userId="b2f99897-ee14-4126-8352-0ebfe6f95b16" providerId="ADAL" clId="{9B3397F2-2763-4284-9F5D-4E7DFFD58DBF}" dt="2026-06-20T07:41:14.217" v="1492" actId="26606"/>
          <ac:spMkLst>
            <pc:docMk/>
            <pc:sldMk cId="2601614586" sldId="278"/>
            <ac:spMk id="13" creationId="{3D752CF2-2291-40B5-B462-C17B174C10BC}"/>
          </ac:spMkLst>
        </pc:spChg>
        <pc:picChg chg="add mod">
          <ac:chgData name="Zimic Sanin - s2410307049" userId="b2f99897-ee14-4126-8352-0ebfe6f95b16" providerId="ADAL" clId="{9B3397F2-2763-4284-9F5D-4E7DFFD58DBF}" dt="2026-06-20T07:42:11.054" v="1499" actId="1076"/>
          <ac:picMkLst>
            <pc:docMk/>
            <pc:sldMk cId="2601614586" sldId="278"/>
            <ac:picMk id="4" creationId="{6A4EFCF2-BA5F-8242-4021-B696A7700AAC}"/>
          </ac:picMkLst>
        </pc:picChg>
        <pc:picChg chg="add mod">
          <ac:chgData name="Zimic Sanin - s2410307049" userId="b2f99897-ee14-4126-8352-0ebfe6f95b16" providerId="ADAL" clId="{9B3397F2-2763-4284-9F5D-4E7DFFD58DBF}" dt="2026-06-20T07:41:10.899" v="1491"/>
          <ac:picMkLst>
            <pc:docMk/>
            <pc:sldMk cId="2601614586" sldId="278"/>
            <ac:picMk id="5" creationId="{096E7088-C5D7-DCD2-1C85-C47B71752D16}"/>
          </ac:picMkLst>
        </pc:picChg>
        <pc:picChg chg="add del">
          <ac:chgData name="Zimic Sanin - s2410307049" userId="b2f99897-ee14-4126-8352-0ebfe6f95b16" providerId="ADAL" clId="{9B3397F2-2763-4284-9F5D-4E7DFFD58DBF}" dt="2026-06-20T07:41:35.228" v="1494" actId="478"/>
          <ac:picMkLst>
            <pc:docMk/>
            <pc:sldMk cId="2601614586" sldId="278"/>
            <ac:picMk id="6" creationId="{967DEEAD-A262-EFB3-D840-ACD8B16274DA}"/>
          </ac:picMkLst>
        </pc:picChg>
        <pc:picChg chg="add mod">
          <ac:chgData name="Zimic Sanin - s2410307049" userId="b2f99897-ee14-4126-8352-0ebfe6f95b16" providerId="ADAL" clId="{9B3397F2-2763-4284-9F5D-4E7DFFD58DBF}" dt="2026-06-20T07:42:11.054" v="1499" actId="1076"/>
          <ac:picMkLst>
            <pc:docMk/>
            <pc:sldMk cId="2601614586" sldId="278"/>
            <ac:picMk id="7" creationId="{3233C000-8EAE-48F1-279B-20E2DD147C14}"/>
          </ac:picMkLst>
        </pc:picChg>
      </pc:sldChg>
      <pc:sldChg chg="modSp new mod">
        <pc:chgData name="Zimic Sanin - s2410307049" userId="b2f99897-ee14-4126-8352-0ebfe6f95b16" providerId="ADAL" clId="{9B3397F2-2763-4284-9F5D-4E7DFFD58DBF}" dt="2026-06-18T17:21:11.329" v="1389" actId="20577"/>
        <pc:sldMkLst>
          <pc:docMk/>
          <pc:sldMk cId="1662431869" sldId="279"/>
        </pc:sldMkLst>
        <pc:spChg chg="mod">
          <ac:chgData name="Zimic Sanin - s2410307049" userId="b2f99897-ee14-4126-8352-0ebfe6f95b16" providerId="ADAL" clId="{9B3397F2-2763-4284-9F5D-4E7DFFD58DBF}" dt="2026-06-18T17:10:57.179" v="745" actId="20577"/>
          <ac:spMkLst>
            <pc:docMk/>
            <pc:sldMk cId="1662431869" sldId="279"/>
            <ac:spMk id="2" creationId="{E453327D-9A95-2E1B-261F-84A3B28393DE}"/>
          </ac:spMkLst>
        </pc:spChg>
        <pc:spChg chg="mod">
          <ac:chgData name="Zimic Sanin - s2410307049" userId="b2f99897-ee14-4126-8352-0ebfe6f95b16" providerId="ADAL" clId="{9B3397F2-2763-4284-9F5D-4E7DFFD58DBF}" dt="2026-06-18T17:21:11.329" v="1389" actId="20577"/>
          <ac:spMkLst>
            <pc:docMk/>
            <pc:sldMk cId="1662431869" sldId="279"/>
            <ac:spMk id="3" creationId="{4AC6E77D-5770-B74F-5B2D-AB0470A8F82D}"/>
          </ac:spMkLst>
        </pc:spChg>
      </pc:sldChg>
      <pc:sldChg chg="addSp delSp modSp new mod setBg">
        <pc:chgData name="Zimic Sanin - s2410307049" userId="b2f99897-ee14-4126-8352-0ebfe6f95b16" providerId="ADAL" clId="{9B3397F2-2763-4284-9F5D-4E7DFFD58DBF}" dt="2026-06-20T07:44:09.671" v="1515" actId="1076"/>
        <pc:sldMkLst>
          <pc:docMk/>
          <pc:sldMk cId="2259248440" sldId="280"/>
        </pc:sldMkLst>
        <pc:spChg chg="mod">
          <ac:chgData name="Zimic Sanin - s2410307049" userId="b2f99897-ee14-4126-8352-0ebfe6f95b16" providerId="ADAL" clId="{9B3397F2-2763-4284-9F5D-4E7DFFD58DBF}" dt="2026-06-19T07:25:05.718" v="1408" actId="20577"/>
          <ac:spMkLst>
            <pc:docMk/>
            <pc:sldMk cId="2259248440" sldId="280"/>
            <ac:spMk id="2" creationId="{3295C126-72D5-C758-0A8A-11FE3213ECDA}"/>
          </ac:spMkLst>
        </pc:spChg>
        <pc:spChg chg="mod">
          <ac:chgData name="Zimic Sanin - s2410307049" userId="b2f99897-ee14-4126-8352-0ebfe6f95b16" providerId="ADAL" clId="{9B3397F2-2763-4284-9F5D-4E7DFFD58DBF}" dt="2026-06-18T17:20:16.773" v="1370" actId="20577"/>
          <ac:spMkLst>
            <pc:docMk/>
            <pc:sldMk cId="2259248440" sldId="280"/>
            <ac:spMk id="3" creationId="{99FEF6F3-1873-561F-BA28-3DA33FC7F239}"/>
          </ac:spMkLst>
        </pc:spChg>
        <pc:picChg chg="add del mod">
          <ac:chgData name="Zimic Sanin - s2410307049" userId="b2f99897-ee14-4126-8352-0ebfe6f95b16" providerId="ADAL" clId="{9B3397F2-2763-4284-9F5D-4E7DFFD58DBF}" dt="2026-06-20T07:43:36.041" v="1509" actId="478"/>
          <ac:picMkLst>
            <pc:docMk/>
            <pc:sldMk cId="2259248440" sldId="280"/>
            <ac:picMk id="4" creationId="{5878777C-4486-D0C4-F5F2-11F9BF61E465}"/>
          </ac:picMkLst>
        </pc:picChg>
        <pc:picChg chg="add mod">
          <ac:chgData name="Zimic Sanin - s2410307049" userId="b2f99897-ee14-4126-8352-0ebfe6f95b16" providerId="ADAL" clId="{9B3397F2-2763-4284-9F5D-4E7DFFD58DBF}" dt="2026-06-20T07:43:27.842" v="1507" actId="1076"/>
          <ac:picMkLst>
            <pc:docMk/>
            <pc:sldMk cId="2259248440" sldId="280"/>
            <ac:picMk id="5" creationId="{8163066E-DBE1-FFF3-DF5D-ED69E018304A}"/>
          </ac:picMkLst>
        </pc:picChg>
        <pc:picChg chg="add mod modCrop">
          <ac:chgData name="Zimic Sanin - s2410307049" userId="b2f99897-ee14-4126-8352-0ebfe6f95b16" providerId="ADAL" clId="{9B3397F2-2763-4284-9F5D-4E7DFFD58DBF}" dt="2026-06-20T07:44:09.671" v="1515" actId="1076"/>
          <ac:picMkLst>
            <pc:docMk/>
            <pc:sldMk cId="2259248440" sldId="280"/>
            <ac:picMk id="6" creationId="{C143AFA4-FB54-0A80-F98F-3069B21E93A9}"/>
          </ac:picMkLst>
        </pc:picChg>
      </pc:sldChg>
      <pc:sldChg chg="modSp new mod">
        <pc:chgData name="Zimic Sanin - s2410307049" userId="b2f99897-ee14-4126-8352-0ebfe6f95b16" providerId="ADAL" clId="{9B3397F2-2763-4284-9F5D-4E7DFFD58DBF}" dt="2026-06-18T17:18:11.051" v="1356" actId="20577"/>
        <pc:sldMkLst>
          <pc:docMk/>
          <pc:sldMk cId="2286609131" sldId="281"/>
        </pc:sldMkLst>
        <pc:spChg chg="mod">
          <ac:chgData name="Zimic Sanin - s2410307049" userId="b2f99897-ee14-4126-8352-0ebfe6f95b16" providerId="ADAL" clId="{9B3397F2-2763-4284-9F5D-4E7DFFD58DBF}" dt="2026-06-18T17:18:11.051" v="1356" actId="20577"/>
          <ac:spMkLst>
            <pc:docMk/>
            <pc:sldMk cId="2286609131" sldId="281"/>
            <ac:spMk id="2" creationId="{1E6187F2-3E22-7B5D-93E9-D35C904AA251}"/>
          </ac:spMkLst>
        </pc:spChg>
      </pc:sldChg>
      <pc:sldChg chg="addSp delSp modSp mod setBg">
        <pc:chgData name="Zimic Sanin - s2410307049" userId="b2f99897-ee14-4126-8352-0ebfe6f95b16" providerId="ADAL" clId="{9B3397F2-2763-4284-9F5D-4E7DFFD58DBF}" dt="2026-06-20T07:37:07.687" v="1465" actId="26606"/>
        <pc:sldMkLst>
          <pc:docMk/>
          <pc:sldMk cId="249310285" sldId="282"/>
        </pc:sldMkLst>
        <pc:spChg chg="mod">
          <ac:chgData name="Zimic Sanin - s2410307049" userId="b2f99897-ee14-4126-8352-0ebfe6f95b16" providerId="ADAL" clId="{9B3397F2-2763-4284-9F5D-4E7DFFD58DBF}" dt="2026-06-20T07:37:07.687" v="1465" actId="26606"/>
          <ac:spMkLst>
            <pc:docMk/>
            <pc:sldMk cId="249310285" sldId="282"/>
            <ac:spMk id="2" creationId="{74EDAF24-E557-32FC-1C8F-BF9F98BCC1DD}"/>
          </ac:spMkLst>
        </pc:spChg>
        <pc:spChg chg="add del">
          <ac:chgData name="Zimic Sanin - s2410307049" userId="b2f99897-ee14-4126-8352-0ebfe6f95b16" providerId="ADAL" clId="{9B3397F2-2763-4284-9F5D-4E7DFFD58DBF}" dt="2026-06-20T07:37:07.687" v="1465" actId="26606"/>
          <ac:spMkLst>
            <pc:docMk/>
            <pc:sldMk cId="249310285" sldId="282"/>
            <ac:spMk id="3" creationId="{B629050A-B7BD-8CEC-D2D8-49407CCEFCEE}"/>
          </ac:spMkLst>
        </pc:spChg>
        <pc:spChg chg="add del">
          <ac:chgData name="Zimic Sanin - s2410307049" userId="b2f99897-ee14-4126-8352-0ebfe6f95b16" providerId="ADAL" clId="{9B3397F2-2763-4284-9F5D-4E7DFFD58DBF}" dt="2026-06-20T07:37:07.687" v="1465" actId="26606"/>
          <ac:spMkLst>
            <pc:docMk/>
            <pc:sldMk cId="249310285" sldId="282"/>
            <ac:spMk id="9" creationId="{7517A47C-B2E5-4B79-8061-D74B1311AF6E}"/>
          </ac:spMkLst>
        </pc:spChg>
        <pc:spChg chg="add del">
          <ac:chgData name="Zimic Sanin - s2410307049" userId="b2f99897-ee14-4126-8352-0ebfe6f95b16" providerId="ADAL" clId="{9B3397F2-2763-4284-9F5D-4E7DFFD58DBF}" dt="2026-06-20T07:37:07.687" v="1465" actId="26606"/>
          <ac:spMkLst>
            <pc:docMk/>
            <pc:sldMk cId="249310285" sldId="282"/>
            <ac:spMk id="11" creationId="{C505E780-2083-4CB5-A42A-5E0E2908ECC3}"/>
          </ac:spMkLst>
        </pc:spChg>
        <pc:spChg chg="add del">
          <ac:chgData name="Zimic Sanin - s2410307049" userId="b2f99897-ee14-4126-8352-0ebfe6f95b16" providerId="ADAL" clId="{9B3397F2-2763-4284-9F5D-4E7DFFD58DBF}" dt="2026-06-20T07:37:07.687" v="1465" actId="26606"/>
          <ac:spMkLst>
            <pc:docMk/>
            <pc:sldMk cId="249310285" sldId="282"/>
            <ac:spMk id="13" creationId="{D2C0AE1C-0118-41AE-8A10-7CDCBF10E96F}"/>
          </ac:spMkLst>
        </pc:spChg>
        <pc:spChg chg="add del">
          <ac:chgData name="Zimic Sanin - s2410307049" userId="b2f99897-ee14-4126-8352-0ebfe6f95b16" providerId="ADAL" clId="{9B3397F2-2763-4284-9F5D-4E7DFFD58DBF}" dt="2026-06-20T07:37:07.687" v="1465" actId="26606"/>
          <ac:spMkLst>
            <pc:docMk/>
            <pc:sldMk cId="249310285" sldId="282"/>
            <ac:spMk id="15" creationId="{463EEC44-1BA3-44ED-81FC-A644B04B2A44}"/>
          </ac:spMkLst>
        </pc:spChg>
        <pc:graphicFrameChg chg="add del">
          <ac:chgData name="Zimic Sanin - s2410307049" userId="b2f99897-ee14-4126-8352-0ebfe6f95b16" providerId="ADAL" clId="{9B3397F2-2763-4284-9F5D-4E7DFFD58DBF}" dt="2026-06-20T07:37:07.687" v="1465" actId="26606"/>
          <ac:graphicFrameMkLst>
            <pc:docMk/>
            <pc:sldMk cId="249310285" sldId="282"/>
            <ac:graphicFrameMk id="5" creationId="{B2C5FC10-AA5C-F22D-1E2B-84E237F6B62E}"/>
          </ac:graphicFrameMkLst>
        </pc:graphicFrameChg>
      </pc:sldChg>
      <pc:sldChg chg="addSp modSp mod">
        <pc:chgData name="Zimic Sanin - s2410307049" userId="b2f99897-ee14-4126-8352-0ebfe6f95b16" providerId="ADAL" clId="{9B3397F2-2763-4284-9F5D-4E7DFFD58DBF}" dt="2026-06-20T07:38:07.885" v="1469" actId="1076"/>
        <pc:sldMkLst>
          <pc:docMk/>
          <pc:sldMk cId="2492637390" sldId="283"/>
        </pc:sldMkLst>
        <pc:picChg chg="add mod">
          <ac:chgData name="Zimic Sanin - s2410307049" userId="b2f99897-ee14-4126-8352-0ebfe6f95b16" providerId="ADAL" clId="{9B3397F2-2763-4284-9F5D-4E7DFFD58DBF}" dt="2026-06-20T07:38:07.885" v="1469" actId="1076"/>
          <ac:picMkLst>
            <pc:docMk/>
            <pc:sldMk cId="2492637390" sldId="283"/>
            <ac:picMk id="4" creationId="{7DE55C1B-BDF6-3D90-8D23-D5BE04ABAF2D}"/>
          </ac:picMkLst>
        </pc:picChg>
      </pc:sldChg>
      <pc:sldChg chg="addSp modSp mod">
        <pc:chgData name="Zimic Sanin - s2410307049" userId="b2f99897-ee14-4126-8352-0ebfe6f95b16" providerId="ADAL" clId="{9B3397F2-2763-4284-9F5D-4E7DFFD58DBF}" dt="2026-06-20T07:40:06.164" v="1488" actId="2085"/>
        <pc:sldMkLst>
          <pc:docMk/>
          <pc:sldMk cId="448230742" sldId="284"/>
        </pc:sldMkLst>
        <pc:picChg chg="add mod">
          <ac:chgData name="Zimic Sanin - s2410307049" userId="b2f99897-ee14-4126-8352-0ebfe6f95b16" providerId="ADAL" clId="{9B3397F2-2763-4284-9F5D-4E7DFFD58DBF}" dt="2026-06-20T07:40:06.164" v="1488" actId="2085"/>
          <ac:picMkLst>
            <pc:docMk/>
            <pc:sldMk cId="448230742" sldId="284"/>
            <ac:picMk id="4" creationId="{C9610CED-D828-6A19-53B5-8252EFF93880}"/>
          </ac:picMkLst>
        </pc:picChg>
      </pc:sldChg>
      <pc:sldChg chg="addSp modSp mod">
        <pc:chgData name="Zimic Sanin - s2410307049" userId="b2f99897-ee14-4126-8352-0ebfe6f95b16" providerId="ADAL" clId="{9B3397F2-2763-4284-9F5D-4E7DFFD58DBF}" dt="2026-06-20T07:38:36.268" v="1475" actId="1076"/>
        <pc:sldMkLst>
          <pc:docMk/>
          <pc:sldMk cId="657273361" sldId="285"/>
        </pc:sldMkLst>
        <pc:picChg chg="add mod">
          <ac:chgData name="Zimic Sanin - s2410307049" userId="b2f99897-ee14-4126-8352-0ebfe6f95b16" providerId="ADAL" clId="{9B3397F2-2763-4284-9F5D-4E7DFFD58DBF}" dt="2026-06-20T07:38:36.268" v="1475" actId="1076"/>
          <ac:picMkLst>
            <pc:docMk/>
            <pc:sldMk cId="657273361" sldId="285"/>
            <ac:picMk id="4" creationId="{6EDA5362-A492-3B41-465C-5D59287C1E86}"/>
          </ac:picMkLst>
        </pc:picChg>
      </pc:sldChg>
      <pc:sldChg chg="addSp modSp new mod modShow">
        <pc:chgData name="Zimic Sanin - s2410307049" userId="b2f99897-ee14-4126-8352-0ebfe6f95b16" providerId="ADAL" clId="{9B3397F2-2763-4284-9F5D-4E7DFFD58DBF}" dt="2026-06-20T11:22:04.557" v="1693" actId="729"/>
        <pc:sldMkLst>
          <pc:docMk/>
          <pc:sldMk cId="2378723129" sldId="289"/>
        </pc:sldMkLst>
        <pc:spChg chg="mod">
          <ac:chgData name="Zimic Sanin - s2410307049" userId="b2f99897-ee14-4126-8352-0ebfe6f95b16" providerId="ADAL" clId="{9B3397F2-2763-4284-9F5D-4E7DFFD58DBF}" dt="2026-06-20T11:21:14.904" v="1608" actId="20577"/>
          <ac:spMkLst>
            <pc:docMk/>
            <pc:sldMk cId="2378723129" sldId="289"/>
            <ac:spMk id="2" creationId="{19B9DE81-7B57-FB19-9385-44A6F4EE8D6F}"/>
          </ac:spMkLst>
        </pc:spChg>
        <pc:spChg chg="mod">
          <ac:chgData name="Zimic Sanin - s2410307049" userId="b2f99897-ee14-4126-8352-0ebfe6f95b16" providerId="ADAL" clId="{9B3397F2-2763-4284-9F5D-4E7DFFD58DBF}" dt="2026-06-20T11:21:41.562" v="1689" actId="20577"/>
          <ac:spMkLst>
            <pc:docMk/>
            <pc:sldMk cId="2378723129" sldId="289"/>
            <ac:spMk id="3" creationId="{0A566F97-EC52-C2D7-4FDE-74F75E27E00C}"/>
          </ac:spMkLst>
        </pc:spChg>
        <pc:spChg chg="add mod">
          <ac:chgData name="Zimic Sanin - s2410307049" userId="b2f99897-ee14-4126-8352-0ebfe6f95b16" providerId="ADAL" clId="{9B3397F2-2763-4284-9F5D-4E7DFFD58DBF}" dt="2026-06-20T11:21:58.680" v="1692" actId="1076"/>
          <ac:spMkLst>
            <pc:docMk/>
            <pc:sldMk cId="2378723129" sldId="289"/>
            <ac:spMk id="5" creationId="{A140621A-2755-86DC-3942-7FD43D1CA08A}"/>
          </ac:spMkLst>
        </pc:spChg>
        <pc:picChg chg="add mod">
          <ac:chgData name="Zimic Sanin - s2410307049" userId="b2f99897-ee14-4126-8352-0ebfe6f95b16" providerId="ADAL" clId="{9B3397F2-2763-4284-9F5D-4E7DFFD58DBF}" dt="2026-06-20T11:21:58.680" v="1692" actId="1076"/>
          <ac:picMkLst>
            <pc:docMk/>
            <pc:sldMk cId="2378723129" sldId="289"/>
            <ac:picMk id="4" creationId="{05E07CC1-0672-012A-0C0F-453FFC5A5E5E}"/>
          </ac:picMkLst>
        </pc:picChg>
      </pc:sldChg>
      <pc:sldChg chg="addSp modSp new mod modShow">
        <pc:chgData name="Zimic Sanin - s2410307049" userId="b2f99897-ee14-4126-8352-0ebfe6f95b16" providerId="ADAL" clId="{9B3397F2-2763-4284-9F5D-4E7DFFD58DBF}" dt="2026-06-20T11:29:38.701" v="1717" actId="1076"/>
        <pc:sldMkLst>
          <pc:docMk/>
          <pc:sldMk cId="4064771212" sldId="290"/>
        </pc:sldMkLst>
        <pc:spChg chg="mod">
          <ac:chgData name="Zimic Sanin - s2410307049" userId="b2f99897-ee14-4126-8352-0ebfe6f95b16" providerId="ADAL" clId="{9B3397F2-2763-4284-9F5D-4E7DFFD58DBF}" dt="2026-06-20T11:22:08.995" v="1704" actId="20577"/>
          <ac:spMkLst>
            <pc:docMk/>
            <pc:sldMk cId="4064771212" sldId="290"/>
            <ac:spMk id="2" creationId="{5BA4FAE4-53C2-DA49-FC06-9C82803B1625}"/>
          </ac:spMkLst>
        </pc:spChg>
        <pc:spChg chg="add mod">
          <ac:chgData name="Zimic Sanin - s2410307049" userId="b2f99897-ee14-4126-8352-0ebfe6f95b16" providerId="ADAL" clId="{9B3397F2-2763-4284-9F5D-4E7DFFD58DBF}" dt="2026-06-20T11:29:38.701" v="1717" actId="1076"/>
          <ac:spMkLst>
            <pc:docMk/>
            <pc:sldMk cId="4064771212" sldId="290"/>
            <ac:spMk id="6" creationId="{42482260-601E-CD61-02DE-9230395D02B5}"/>
          </ac:spMkLst>
        </pc:spChg>
        <pc:picChg chg="add mod">
          <ac:chgData name="Zimic Sanin - s2410307049" userId="b2f99897-ee14-4126-8352-0ebfe6f95b16" providerId="ADAL" clId="{9B3397F2-2763-4284-9F5D-4E7DFFD58DBF}" dt="2026-06-20T11:29:19.223" v="1709" actId="1076"/>
          <ac:picMkLst>
            <pc:docMk/>
            <pc:sldMk cId="4064771212" sldId="290"/>
            <ac:picMk id="5" creationId="{9A5B8620-8831-E898-55F8-E524DAD08246}"/>
          </ac:picMkLst>
        </pc:picChg>
      </pc:sldChg>
      <pc:sldMasterChg chg="setBg modSldLayout">
        <pc:chgData name="Zimic Sanin - s2410307049" userId="b2f99897-ee14-4126-8352-0ebfe6f95b16" providerId="ADAL" clId="{9B3397F2-2763-4284-9F5D-4E7DFFD58DBF}" dt="2026-06-05T16:18:26.669" v="4"/>
        <pc:sldMasterMkLst>
          <pc:docMk/>
          <pc:sldMasterMk cId="560551456" sldId="2147483648"/>
        </pc:sldMasterMkLst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1680932093" sldId="2147483649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3725980220" sldId="2147483650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3253296238" sldId="2147483651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4098929854" sldId="2147483652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1523350827" sldId="2147483653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398993859" sldId="2147483654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1033681793" sldId="2147483655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3328977480" sldId="2147483656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635805871" sldId="2147483657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91807901" sldId="2147483658"/>
          </pc:sldLayoutMkLst>
        </pc:sldLayoutChg>
        <pc:sldLayoutChg chg="setBg">
          <pc:chgData name="Zimic Sanin - s2410307049" userId="b2f99897-ee14-4126-8352-0ebfe6f95b16" providerId="ADAL" clId="{9B3397F2-2763-4284-9F5D-4E7DFFD58DBF}" dt="2026-06-05T16:18:26.669" v="4"/>
          <pc:sldLayoutMkLst>
            <pc:docMk/>
            <pc:sldMasterMk cId="560551456" sldId="2147483648"/>
            <pc:sldLayoutMk cId="355589409" sldId="2147483659"/>
          </pc:sldLayoutMkLst>
        </pc:sldLayoutChg>
      </pc:sldMasterChg>
    </pc:docChg>
  </pc:docChgLst>
  <pc:docChgLst>
    <pc:chgData name="Zimic Sanin - s2410307049" userId="S::s2410307049@fhooe.at::b2f99897-ee14-4126-8352-0ebfe6f95b16" providerId="AD" clId="Web-{E5B6D04E-2739-8C8B-1D9D-B9154918F683}"/>
    <pc:docChg chg="modSld">
      <pc:chgData name="Zimic Sanin - s2410307049" userId="S::s2410307049@fhooe.at::b2f99897-ee14-4126-8352-0ebfe6f95b16" providerId="AD" clId="Web-{E5B6D04E-2739-8C8B-1D9D-B9154918F683}" dt="2026-06-19T05:55:42.028" v="47"/>
      <pc:docMkLst>
        <pc:docMk/>
      </pc:docMkLst>
      <pc:sldChg chg="addSp delSp modSp">
        <pc:chgData name="Zimic Sanin - s2410307049" userId="S::s2410307049@fhooe.at::b2f99897-ee14-4126-8352-0ebfe6f95b16" providerId="AD" clId="Web-{E5B6D04E-2739-8C8B-1D9D-B9154918F683}" dt="2026-06-19T05:51:33.957" v="26" actId="20577"/>
        <pc:sldMkLst>
          <pc:docMk/>
          <pc:sldMk cId="2415147233" sldId="274"/>
        </pc:sldMkLst>
        <pc:spChg chg="mod">
          <ac:chgData name="Zimic Sanin - s2410307049" userId="S::s2410307049@fhooe.at::b2f99897-ee14-4126-8352-0ebfe6f95b16" providerId="AD" clId="Web-{E5B6D04E-2739-8C8B-1D9D-B9154918F683}" dt="2026-06-19T05:51:33.957" v="26" actId="20577"/>
          <ac:spMkLst>
            <pc:docMk/>
            <pc:sldMk cId="2415147233" sldId="274"/>
            <ac:spMk id="2" creationId="{09F06E90-FC5E-FAAD-AE62-1A0701D0E917}"/>
          </ac:spMkLst>
        </pc:spChg>
        <pc:spChg chg="del mod">
          <ac:chgData name="Zimic Sanin - s2410307049" userId="S::s2410307049@fhooe.at::b2f99897-ee14-4126-8352-0ebfe6f95b16" providerId="AD" clId="Web-{E5B6D04E-2739-8C8B-1D9D-B9154918F683}" dt="2026-06-19T05:49:54.109" v="6"/>
          <ac:spMkLst>
            <pc:docMk/>
            <pc:sldMk cId="2415147233" sldId="274"/>
            <ac:spMk id="3" creationId="{4B245BEE-DCF8-4C9A-523D-D55C7639CB53}"/>
          </ac:spMkLst>
        </pc:spChg>
        <pc:graphicFrameChg chg="add mod topLvl modGraphic">
          <ac:chgData name="Zimic Sanin - s2410307049" userId="S::s2410307049@fhooe.at::b2f99897-ee14-4126-8352-0ebfe6f95b16" providerId="AD" clId="Web-{E5B6D04E-2739-8C8B-1D9D-B9154918F683}" dt="2026-06-19T05:50:41.689" v="8"/>
          <ac:graphicFrameMkLst>
            <pc:docMk/>
            <pc:sldMk cId="2415147233" sldId="274"/>
            <ac:graphicFrameMk id="4" creationId="{8C3BEEDD-DB27-7FCB-99EE-4490957238CA}"/>
          </ac:graphicFrameMkLst>
        </pc:graphicFrameChg>
      </pc:sldChg>
      <pc:sldChg chg="addSp delSp modSp mod setBg">
        <pc:chgData name="Zimic Sanin - s2410307049" userId="S::s2410307049@fhooe.at::b2f99897-ee14-4126-8352-0ebfe6f95b16" providerId="AD" clId="Web-{E5B6D04E-2739-8C8B-1D9D-B9154918F683}" dt="2026-06-19T05:55:42.028" v="47"/>
        <pc:sldMkLst>
          <pc:docMk/>
          <pc:sldMk cId="1849022171" sldId="275"/>
        </pc:sldMkLst>
        <pc:spChg chg="mod">
          <ac:chgData name="Zimic Sanin - s2410307049" userId="S::s2410307049@fhooe.at::b2f99897-ee14-4126-8352-0ebfe6f95b16" providerId="AD" clId="Web-{E5B6D04E-2739-8C8B-1D9D-B9154918F683}" dt="2026-06-19T05:52:35.490" v="37" actId="20577"/>
          <ac:spMkLst>
            <pc:docMk/>
            <pc:sldMk cId="1849022171" sldId="275"/>
            <ac:spMk id="2" creationId="{C520EA8B-F0DE-6066-4E1A-AE534C275472}"/>
          </ac:spMkLst>
        </pc:spChg>
        <pc:spChg chg="del mod">
          <ac:chgData name="Zimic Sanin - s2410307049" userId="S::s2410307049@fhooe.at::b2f99897-ee14-4126-8352-0ebfe6f95b16" providerId="AD" clId="Web-{E5B6D04E-2739-8C8B-1D9D-B9154918F683}" dt="2026-06-19T05:52:39.866" v="39"/>
          <ac:spMkLst>
            <pc:docMk/>
            <pc:sldMk cId="1849022171" sldId="275"/>
            <ac:spMk id="3" creationId="{715C193C-F3AE-5E65-E21E-3D48A2D8D113}"/>
          </ac:spMkLst>
        </pc:spChg>
        <pc:spChg chg="add del mod">
          <ac:chgData name="Zimic Sanin - s2410307049" userId="S::s2410307049@fhooe.at::b2f99897-ee14-4126-8352-0ebfe6f95b16" providerId="AD" clId="Web-{E5B6D04E-2739-8C8B-1D9D-B9154918F683}" dt="2026-06-19T05:54:36.323" v="40"/>
          <ac:spMkLst>
            <pc:docMk/>
            <pc:sldMk cId="1849022171" sldId="275"/>
            <ac:spMk id="5" creationId="{EC1335C7-5A28-3B68-8FC3-47D00E8E0395}"/>
          </ac:spMkLst>
        </pc:spChg>
        <pc:spChg chg="add del mod">
          <ac:chgData name="Zimic Sanin - s2410307049" userId="S::s2410307049@fhooe.at::b2f99897-ee14-4126-8352-0ebfe6f95b16" providerId="AD" clId="Web-{E5B6D04E-2739-8C8B-1D9D-B9154918F683}" dt="2026-06-19T05:55:10.293" v="44"/>
          <ac:spMkLst>
            <pc:docMk/>
            <pc:sldMk cId="1849022171" sldId="275"/>
            <ac:spMk id="8" creationId="{4778D47B-7C11-DA13-2518-7325A082E121}"/>
          </ac:spMkLst>
        </pc:spChg>
        <pc:spChg chg="add mod">
          <ac:chgData name="Zimic Sanin - s2410307049" userId="S::s2410307049@fhooe.at::b2f99897-ee14-4126-8352-0ebfe6f95b16" providerId="AD" clId="Web-{E5B6D04E-2739-8C8B-1D9D-B9154918F683}" dt="2026-06-19T05:55:12.277" v="45"/>
          <ac:spMkLst>
            <pc:docMk/>
            <pc:sldMk cId="1849022171" sldId="275"/>
            <ac:spMk id="11" creationId="{2A43F698-B1A4-590D-7491-B86F4C56C199}"/>
          </ac:spMkLst>
        </pc:spChg>
        <pc:graphicFrameChg chg="add del mod">
          <ac:chgData name="Zimic Sanin - s2410307049" userId="S::s2410307049@fhooe.at::b2f99897-ee14-4126-8352-0ebfe6f95b16" providerId="AD" clId="Web-{E5B6D04E-2739-8C8B-1D9D-B9154918F683}" dt="2026-06-19T05:55:42.028" v="47"/>
          <ac:graphicFrameMkLst>
            <pc:docMk/>
            <pc:sldMk cId="1849022171" sldId="275"/>
            <ac:graphicFrameMk id="12" creationId="{E8989C76-459F-3DC3-463D-E374932BD37E}"/>
          </ac:graphicFrameMkLst>
        </pc:graphicFrameChg>
        <pc:picChg chg="add del mod ord">
          <ac:chgData name="Zimic Sanin - s2410307049" userId="S::s2410307049@fhooe.at::b2f99897-ee14-4126-8352-0ebfe6f95b16" providerId="AD" clId="Web-{E5B6D04E-2739-8C8B-1D9D-B9154918F683}" dt="2026-06-19T05:54:59.871" v="43"/>
          <ac:picMkLst>
            <pc:docMk/>
            <pc:sldMk cId="1849022171" sldId="275"/>
            <ac:picMk id="6" creationId="{862EEFA5-BF17-CBA1-782F-D2260C12E0E0}"/>
          </ac:picMkLst>
        </pc:picChg>
        <pc:picChg chg="add del mod ord">
          <ac:chgData name="Zimic Sanin - s2410307049" userId="S::s2410307049@fhooe.at::b2f99897-ee14-4126-8352-0ebfe6f95b16" providerId="AD" clId="Web-{E5B6D04E-2739-8C8B-1D9D-B9154918F683}" dt="2026-06-19T05:55:12.277" v="45"/>
          <ac:picMkLst>
            <pc:docMk/>
            <pc:sldMk cId="1849022171" sldId="275"/>
            <ac:picMk id="9" creationId="{AF5020CB-D365-0AD8-603C-4D726F485927}"/>
          </ac:picMkLst>
        </pc:picChg>
      </pc:sldChg>
    </pc:docChg>
  </pc:docChgLst>
  <pc:docChgLst>
    <pc:chgData name="Vucetic Boban - s2410307046" userId="S::s2410307046@fhooe.at::e312e916-fb5c-424c-959f-a2805bdaad4e" providerId="AD" clId="Web-{2D4B7192-3B91-07D3-4560-53F33781C173}"/>
    <pc:docChg chg="modSld">
      <pc:chgData name="Vucetic Boban - s2410307046" userId="S::s2410307046@fhooe.at::e312e916-fb5c-424c-959f-a2805bdaad4e" providerId="AD" clId="Web-{2D4B7192-3B91-07D3-4560-53F33781C173}" dt="2026-06-19T08:30:38.307" v="2" actId="20577"/>
      <pc:docMkLst>
        <pc:docMk/>
      </pc:docMkLst>
      <pc:sldChg chg="modSp">
        <pc:chgData name="Vucetic Boban - s2410307046" userId="S::s2410307046@fhooe.at::e312e916-fb5c-424c-959f-a2805bdaad4e" providerId="AD" clId="Web-{2D4B7192-3B91-07D3-4560-53F33781C173}" dt="2026-06-19T08:30:38.307" v="2" actId="20577"/>
        <pc:sldMkLst>
          <pc:docMk/>
          <pc:sldMk cId="179728126" sldId="256"/>
        </pc:sldMkLst>
        <pc:spChg chg="mod">
          <ac:chgData name="Vucetic Boban - s2410307046" userId="S::s2410307046@fhooe.at::e312e916-fb5c-424c-959f-a2805bdaad4e" providerId="AD" clId="Web-{2D4B7192-3B91-07D3-4560-53F33781C173}" dt="2026-06-19T08:30:38.307" v="2" actId="20577"/>
          <ac:spMkLst>
            <pc:docMk/>
            <pc:sldMk cId="179728126" sldId="256"/>
            <ac:spMk id="3" creationId="{1EAA0530-AA0F-D3A4-6B5E-C26AF200651A}"/>
          </ac:spMkLst>
        </pc:spChg>
      </pc:sldChg>
    </pc:docChg>
  </pc:docChgLst>
  <pc:docChgLst>
    <pc:chgData name="Zimic Sanin - s2410307049" userId="S::s2410307049@fhooe.at::b2f99897-ee14-4126-8352-0ebfe6f95b16" providerId="AD" clId="Web-{DD935EDA-5C2F-0941-6B19-7516C62B4305}"/>
    <pc:docChg chg="addSld modSld">
      <pc:chgData name="Zimic Sanin - s2410307049" userId="S::s2410307049@fhooe.at::b2f99897-ee14-4126-8352-0ebfe6f95b16" providerId="AD" clId="Web-{DD935EDA-5C2F-0941-6B19-7516C62B4305}" dt="2026-06-19T07:10:23.120" v="726"/>
      <pc:docMkLst>
        <pc:docMk/>
      </pc:docMkLst>
      <pc:sldChg chg="mod modShow">
        <pc:chgData name="Zimic Sanin - s2410307049" userId="S::s2410307049@fhooe.at::b2f99897-ee14-4126-8352-0ebfe6f95b16" providerId="AD" clId="Web-{DD935EDA-5C2F-0941-6B19-7516C62B4305}" dt="2026-06-19T06:23:52.611" v="393"/>
        <pc:sldMkLst>
          <pc:docMk/>
          <pc:sldMk cId="981181736" sldId="257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50.627" v="392"/>
        <pc:sldMkLst>
          <pc:docMk/>
          <pc:sldMk cId="3063264874" sldId="258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48.517" v="391"/>
        <pc:sldMkLst>
          <pc:docMk/>
          <pc:sldMk cId="4264717488" sldId="259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46.861" v="390"/>
        <pc:sldMkLst>
          <pc:docMk/>
          <pc:sldMk cId="1298040588" sldId="260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43.955" v="389"/>
        <pc:sldMkLst>
          <pc:docMk/>
          <pc:sldMk cId="3493369018" sldId="261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41.955" v="388"/>
        <pc:sldMkLst>
          <pc:docMk/>
          <pc:sldMk cId="30388679" sldId="263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40.408" v="387"/>
        <pc:sldMkLst>
          <pc:docMk/>
          <pc:sldMk cId="1257987197" sldId="264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38.314" v="386"/>
        <pc:sldMkLst>
          <pc:docMk/>
          <pc:sldMk cId="2698356905" sldId="265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36.642" v="385"/>
        <pc:sldMkLst>
          <pc:docMk/>
          <pc:sldMk cId="3460060767" sldId="266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34.751" v="384"/>
        <pc:sldMkLst>
          <pc:docMk/>
          <pc:sldMk cId="576046495" sldId="267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32.970" v="383"/>
        <pc:sldMkLst>
          <pc:docMk/>
          <pc:sldMk cId="580559698" sldId="268"/>
        </pc:sldMkLst>
      </pc:sldChg>
      <pc:sldChg chg="mod modShow">
        <pc:chgData name="Zimic Sanin - s2410307049" userId="S::s2410307049@fhooe.at::b2f99897-ee14-4126-8352-0ebfe6f95b16" providerId="AD" clId="Web-{DD935EDA-5C2F-0941-6B19-7516C62B4305}" dt="2026-06-19T06:23:26.423" v="382"/>
        <pc:sldMkLst>
          <pc:docMk/>
          <pc:sldMk cId="2560056892" sldId="269"/>
        </pc:sldMkLst>
      </pc:sldChg>
      <pc:sldChg chg="modSp mod modShow">
        <pc:chgData name="Zimic Sanin - s2410307049" userId="S::s2410307049@fhooe.at::b2f99897-ee14-4126-8352-0ebfe6f95b16" providerId="AD" clId="Web-{DD935EDA-5C2F-0941-6B19-7516C62B4305}" dt="2026-06-19T06:47:31.195" v="602"/>
        <pc:sldMkLst>
          <pc:docMk/>
          <pc:sldMk cId="3039895531" sldId="271"/>
        </pc:sldMkLst>
        <pc:spChg chg="mod">
          <ac:chgData name="Zimic Sanin - s2410307049" userId="S::s2410307049@fhooe.at::b2f99897-ee14-4126-8352-0ebfe6f95b16" providerId="AD" clId="Web-{DD935EDA-5C2F-0941-6B19-7516C62B4305}" dt="2026-06-19T06:24:03.456" v="397" actId="20577"/>
          <ac:spMkLst>
            <pc:docMk/>
            <pc:sldMk cId="3039895531" sldId="271"/>
            <ac:spMk id="3" creationId="{1209863E-DA1A-69F7-6698-43C60BCA658B}"/>
          </ac:spMkLst>
        </pc:spChg>
      </pc:sldChg>
      <pc:sldChg chg="delSp modSp mod modShow">
        <pc:chgData name="Zimic Sanin - s2410307049" userId="S::s2410307049@fhooe.at::b2f99897-ee14-4126-8352-0ebfe6f95b16" providerId="AD" clId="Web-{DD935EDA-5C2F-0941-6B19-7516C62B4305}" dt="2026-06-19T06:47:51.039" v="616"/>
        <pc:sldMkLst>
          <pc:docMk/>
          <pc:sldMk cId="2708895309" sldId="272"/>
        </pc:sldMkLst>
        <pc:spChg chg="mod">
          <ac:chgData name="Zimic Sanin - s2410307049" userId="S::s2410307049@fhooe.at::b2f99897-ee14-4126-8352-0ebfe6f95b16" providerId="AD" clId="Web-{DD935EDA-5C2F-0941-6B19-7516C62B4305}" dt="2026-06-19T06:47:45.508" v="615" actId="1076"/>
          <ac:spMkLst>
            <pc:docMk/>
            <pc:sldMk cId="2708895309" sldId="272"/>
            <ac:spMk id="2" creationId="{7E866D3E-188E-A24C-2459-69E12245E12C}"/>
          </ac:spMkLst>
        </pc:spChg>
        <pc:spChg chg="del">
          <ac:chgData name="Zimic Sanin - s2410307049" userId="S::s2410307049@fhooe.at::b2f99897-ee14-4126-8352-0ebfe6f95b16" providerId="AD" clId="Web-{DD935EDA-5C2F-0941-6B19-7516C62B4305}" dt="2026-06-19T06:13:12.400" v="35"/>
          <ac:spMkLst>
            <pc:docMk/>
            <pc:sldMk cId="2708895309" sldId="272"/>
            <ac:spMk id="3" creationId="{B1B91ED8-683E-F376-83F7-E525CCD1F943}"/>
          </ac:spMkLst>
        </pc:spChg>
      </pc:sldChg>
      <pc:sldChg chg="addSp delSp modSp">
        <pc:chgData name="Zimic Sanin - s2410307049" userId="S::s2410307049@fhooe.at::b2f99897-ee14-4126-8352-0ebfe6f95b16" providerId="AD" clId="Web-{DD935EDA-5C2F-0941-6B19-7516C62B4305}" dt="2026-06-19T05:59:32.010" v="4" actId="1076"/>
        <pc:sldMkLst>
          <pc:docMk/>
          <pc:sldMk cId="1849022171" sldId="275"/>
        </pc:sldMkLst>
        <pc:spChg chg="del">
          <ac:chgData name="Zimic Sanin - s2410307049" userId="S::s2410307049@fhooe.at::b2f99897-ee14-4126-8352-0ebfe6f95b16" providerId="AD" clId="Web-{DD935EDA-5C2F-0941-6B19-7516C62B4305}" dt="2026-06-19T05:58:53.259" v="0"/>
          <ac:spMkLst>
            <pc:docMk/>
            <pc:sldMk cId="1849022171" sldId="275"/>
            <ac:spMk id="11" creationId="{2A43F698-B1A4-590D-7491-B86F4C56C199}"/>
          </ac:spMkLst>
        </pc:spChg>
        <pc:picChg chg="add mod ord">
          <ac:chgData name="Zimic Sanin - s2410307049" userId="S::s2410307049@fhooe.at::b2f99897-ee14-4126-8352-0ebfe6f95b16" providerId="AD" clId="Web-{DD935EDA-5C2F-0941-6B19-7516C62B4305}" dt="2026-06-19T05:59:32.010" v="4" actId="1076"/>
          <ac:picMkLst>
            <pc:docMk/>
            <pc:sldMk cId="1849022171" sldId="275"/>
            <ac:picMk id="3" creationId="{36B77B3D-2953-BBD9-0FA6-898F10201C57}"/>
          </ac:picMkLst>
        </pc:picChg>
      </pc:sldChg>
      <pc:sldChg chg="addSp delSp modSp">
        <pc:chgData name="Zimic Sanin - s2410307049" userId="S::s2410307049@fhooe.at::b2f99897-ee14-4126-8352-0ebfe6f95b16" providerId="AD" clId="Web-{DD935EDA-5C2F-0941-6B19-7516C62B4305}" dt="2026-06-19T06:16:39.721" v="46" actId="14100"/>
        <pc:sldMkLst>
          <pc:docMk/>
          <pc:sldMk cId="135838496" sldId="276"/>
        </pc:sldMkLst>
        <pc:spChg chg="mod">
          <ac:chgData name="Zimic Sanin - s2410307049" userId="S::s2410307049@fhooe.at::b2f99897-ee14-4126-8352-0ebfe6f95b16" providerId="AD" clId="Web-{DD935EDA-5C2F-0941-6B19-7516C62B4305}" dt="2026-06-19T06:12:57.087" v="27" actId="20577"/>
          <ac:spMkLst>
            <pc:docMk/>
            <pc:sldMk cId="135838496" sldId="276"/>
            <ac:spMk id="2" creationId="{222D7C22-A702-F7DD-6E9A-33F9C7C69CA4}"/>
          </ac:spMkLst>
        </pc:spChg>
        <pc:spChg chg="del mod">
          <ac:chgData name="Zimic Sanin - s2410307049" userId="S::s2410307049@fhooe.at::b2f99897-ee14-4126-8352-0ebfe6f95b16" providerId="AD" clId="Web-{DD935EDA-5C2F-0941-6B19-7516C62B4305}" dt="2026-06-19T06:16:12.126" v="36"/>
          <ac:spMkLst>
            <pc:docMk/>
            <pc:sldMk cId="135838496" sldId="276"/>
            <ac:spMk id="3" creationId="{BDCD5D9B-3EB3-C407-14D2-D134FAC8921F}"/>
          </ac:spMkLst>
        </pc:spChg>
        <pc:spChg chg="add del mod">
          <ac:chgData name="Zimic Sanin - s2410307049" userId="S::s2410307049@fhooe.at::b2f99897-ee14-4126-8352-0ebfe6f95b16" providerId="AD" clId="Web-{DD935EDA-5C2F-0941-6B19-7516C62B4305}" dt="2026-06-19T06:16:30.689" v="41"/>
          <ac:spMkLst>
            <pc:docMk/>
            <pc:sldMk cId="135838496" sldId="276"/>
            <ac:spMk id="6" creationId="{E56E5918-77FC-6253-01AC-DFBB6543C501}"/>
          </ac:spMkLst>
        </pc:spChg>
        <pc:picChg chg="add del mod ord">
          <ac:chgData name="Zimic Sanin - s2410307049" userId="S::s2410307049@fhooe.at::b2f99897-ee14-4126-8352-0ebfe6f95b16" providerId="AD" clId="Web-{DD935EDA-5C2F-0941-6B19-7516C62B4305}" dt="2026-06-19T06:16:16.907" v="40"/>
          <ac:picMkLst>
            <pc:docMk/>
            <pc:sldMk cId="135838496" sldId="276"/>
            <ac:picMk id="4" creationId="{D0CABECB-677C-7F83-D62C-355C9660B272}"/>
          </ac:picMkLst>
        </pc:picChg>
        <pc:picChg chg="add mod ord">
          <ac:chgData name="Zimic Sanin - s2410307049" userId="S::s2410307049@fhooe.at::b2f99897-ee14-4126-8352-0ebfe6f95b16" providerId="AD" clId="Web-{DD935EDA-5C2F-0941-6B19-7516C62B4305}" dt="2026-06-19T06:16:39.721" v="46" actId="14100"/>
          <ac:picMkLst>
            <pc:docMk/>
            <pc:sldMk cId="135838496" sldId="276"/>
            <ac:picMk id="7" creationId="{53436AF6-4B6D-8B10-E5AF-6BDD73E7B607}"/>
          </ac:picMkLst>
        </pc:picChg>
      </pc:sldChg>
      <pc:sldChg chg="modSp mod modShow">
        <pc:chgData name="Zimic Sanin - s2410307049" userId="S::s2410307049@fhooe.at::b2f99897-ee14-4126-8352-0ebfe6f95b16" providerId="AD" clId="Web-{DD935EDA-5C2F-0941-6B19-7516C62B4305}" dt="2026-06-19T06:25:38.506" v="401"/>
        <pc:sldMkLst>
          <pc:docMk/>
          <pc:sldMk cId="2026602056" sldId="277"/>
        </pc:sldMkLst>
        <pc:spChg chg="mod">
          <ac:chgData name="Zimic Sanin - s2410307049" userId="S::s2410307049@fhooe.at::b2f99897-ee14-4126-8352-0ebfe6f95b16" providerId="AD" clId="Web-{DD935EDA-5C2F-0941-6B19-7516C62B4305}" dt="2026-06-19T06:20:16.494" v="280" actId="20577"/>
          <ac:spMkLst>
            <pc:docMk/>
            <pc:sldMk cId="2026602056" sldId="277"/>
            <ac:spMk id="3" creationId="{4C58FD28-2CFE-C38C-220A-C51F2CFDF3F3}"/>
          </ac:spMkLst>
        </pc:spChg>
      </pc:sldChg>
      <pc:sldChg chg="modSp">
        <pc:chgData name="Zimic Sanin - s2410307049" userId="S::s2410307049@fhooe.at::b2f99897-ee14-4126-8352-0ebfe6f95b16" providerId="AD" clId="Web-{DD935EDA-5C2F-0941-6B19-7516C62B4305}" dt="2026-06-19T06:41:53.714" v="508" actId="20577"/>
        <pc:sldMkLst>
          <pc:docMk/>
          <pc:sldMk cId="2601614586" sldId="278"/>
        </pc:sldMkLst>
        <pc:spChg chg="mod">
          <ac:chgData name="Zimic Sanin - s2410307049" userId="S::s2410307049@fhooe.at::b2f99897-ee14-4126-8352-0ebfe6f95b16" providerId="AD" clId="Web-{DD935EDA-5C2F-0941-6B19-7516C62B4305}" dt="2026-06-19T06:41:53.714" v="508" actId="20577"/>
          <ac:spMkLst>
            <pc:docMk/>
            <pc:sldMk cId="2601614586" sldId="278"/>
            <ac:spMk id="2" creationId="{4AA95CB0-09B0-9C59-650E-F4D025635B1E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6:41:42.260" v="495" actId="20577"/>
          <ac:spMkLst>
            <pc:docMk/>
            <pc:sldMk cId="2601614586" sldId="278"/>
            <ac:spMk id="3" creationId="{FBB29797-FFE6-ABFD-DF95-266DBE5BCF4D}"/>
          </ac:spMkLst>
        </pc:spChg>
      </pc:sldChg>
      <pc:sldChg chg="modSp mod modShow">
        <pc:chgData name="Zimic Sanin - s2410307049" userId="S::s2410307049@fhooe.at::b2f99897-ee14-4126-8352-0ebfe6f95b16" providerId="AD" clId="Web-{DD935EDA-5C2F-0941-6B19-7516C62B4305}" dt="2026-06-19T06:46:31.849" v="597"/>
        <pc:sldMkLst>
          <pc:docMk/>
          <pc:sldMk cId="1662431869" sldId="279"/>
        </pc:sldMkLst>
        <pc:spChg chg="mod">
          <ac:chgData name="Zimic Sanin - s2410307049" userId="S::s2410307049@fhooe.at::b2f99897-ee14-4126-8352-0ebfe6f95b16" providerId="AD" clId="Web-{DD935EDA-5C2F-0941-6B19-7516C62B4305}" dt="2026-06-19T06:43:47.593" v="565" actId="20577"/>
          <ac:spMkLst>
            <pc:docMk/>
            <pc:sldMk cId="1662431869" sldId="279"/>
            <ac:spMk id="2" creationId="{E453327D-9A95-2E1B-261F-84A3B28393DE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6:45:06.908" v="596" actId="20577"/>
          <ac:spMkLst>
            <pc:docMk/>
            <pc:sldMk cId="1662431869" sldId="279"/>
            <ac:spMk id="3" creationId="{4AC6E77D-5770-B74F-5B2D-AB0470A8F82D}"/>
          </ac:spMkLst>
        </pc:spChg>
      </pc:sldChg>
      <pc:sldChg chg="modSp">
        <pc:chgData name="Zimic Sanin - s2410307049" userId="S::s2410307049@fhooe.at::b2f99897-ee14-4126-8352-0ebfe6f95b16" providerId="AD" clId="Web-{DD935EDA-5C2F-0941-6B19-7516C62B4305}" dt="2026-06-19T07:09:29.212" v="718" actId="20577"/>
        <pc:sldMkLst>
          <pc:docMk/>
          <pc:sldMk cId="2259248440" sldId="280"/>
        </pc:sldMkLst>
        <pc:spChg chg="mod">
          <ac:chgData name="Zimic Sanin - s2410307049" userId="S::s2410307049@fhooe.at::b2f99897-ee14-4126-8352-0ebfe6f95b16" providerId="AD" clId="Web-{DD935EDA-5C2F-0941-6B19-7516C62B4305}" dt="2026-06-19T07:09:29.212" v="718" actId="20577"/>
          <ac:spMkLst>
            <pc:docMk/>
            <pc:sldMk cId="2259248440" sldId="280"/>
            <ac:spMk id="3" creationId="{99FEF6F3-1873-561F-BA28-3DA33FC7F239}"/>
          </ac:spMkLst>
        </pc:spChg>
      </pc:sldChg>
      <pc:sldChg chg="addSp modSp">
        <pc:chgData name="Zimic Sanin - s2410307049" userId="S::s2410307049@fhooe.at::b2f99897-ee14-4126-8352-0ebfe6f95b16" providerId="AD" clId="Web-{DD935EDA-5C2F-0941-6B19-7516C62B4305}" dt="2026-06-19T07:04:49.920" v="717" actId="20577"/>
        <pc:sldMkLst>
          <pc:docMk/>
          <pc:sldMk cId="2286609131" sldId="281"/>
        </pc:sldMkLst>
        <pc:spChg chg="mod">
          <ac:chgData name="Zimic Sanin - s2410307049" userId="S::s2410307049@fhooe.at::b2f99897-ee14-4126-8352-0ebfe6f95b16" providerId="AD" clId="Web-{DD935EDA-5C2F-0941-6B19-7516C62B4305}" dt="2026-06-19T07:04:49.920" v="717" actId="20577"/>
          <ac:spMkLst>
            <pc:docMk/>
            <pc:sldMk cId="2286609131" sldId="281"/>
            <ac:spMk id="2" creationId="{1E6187F2-3E22-7B5D-93E9-D35C904AA251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7:03:31.949" v="662" actId="20577"/>
          <ac:spMkLst>
            <pc:docMk/>
            <pc:sldMk cId="2286609131" sldId="281"/>
            <ac:spMk id="3" creationId="{F1078672-F191-BC04-4089-DAB7C1045407}"/>
          </ac:spMkLst>
        </pc:spChg>
        <pc:spChg chg="add mod">
          <ac:chgData name="Zimic Sanin - s2410307049" userId="S::s2410307049@fhooe.at::b2f99897-ee14-4126-8352-0ebfe6f95b16" providerId="AD" clId="Web-{DD935EDA-5C2F-0941-6B19-7516C62B4305}" dt="2026-06-19T07:04:13.560" v="685" actId="20577"/>
          <ac:spMkLst>
            <pc:docMk/>
            <pc:sldMk cId="2286609131" sldId="281"/>
            <ac:spMk id="4" creationId="{6AD643B4-CBBC-5C4D-7050-0A2126E0E7AD}"/>
          </ac:spMkLst>
        </pc:spChg>
      </pc:sldChg>
      <pc:sldChg chg="modSp new">
        <pc:chgData name="Zimic Sanin - s2410307049" userId="S::s2410307049@fhooe.at::b2f99897-ee14-4126-8352-0ebfe6f95b16" providerId="AD" clId="Web-{DD935EDA-5C2F-0941-6B19-7516C62B4305}" dt="2026-06-19T06:23:09.219" v="368" actId="20577"/>
        <pc:sldMkLst>
          <pc:docMk/>
          <pc:sldMk cId="249310285" sldId="282"/>
        </pc:sldMkLst>
        <pc:spChg chg="mod">
          <ac:chgData name="Zimic Sanin - s2410307049" userId="S::s2410307049@fhooe.at::b2f99897-ee14-4126-8352-0ebfe6f95b16" providerId="AD" clId="Web-{DD935EDA-5C2F-0941-6B19-7516C62B4305}" dt="2026-06-19T06:21:09.356" v="308" actId="20577"/>
          <ac:spMkLst>
            <pc:docMk/>
            <pc:sldMk cId="249310285" sldId="282"/>
            <ac:spMk id="2" creationId="{74EDAF24-E557-32FC-1C8F-BF9F98BCC1DD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6:23:09.219" v="368" actId="20577"/>
          <ac:spMkLst>
            <pc:docMk/>
            <pc:sldMk cId="249310285" sldId="282"/>
            <ac:spMk id="3" creationId="{B629050A-B7BD-8CEC-D2D8-49407CCEFCEE}"/>
          </ac:spMkLst>
        </pc:spChg>
      </pc:sldChg>
      <pc:sldChg chg="modSp new">
        <pc:chgData name="Zimic Sanin - s2410307049" userId="S::s2410307049@fhooe.at::b2f99897-ee14-4126-8352-0ebfe6f95b16" providerId="AD" clId="Web-{DD935EDA-5C2F-0941-6B19-7516C62B4305}" dt="2026-06-19T06:35:16.574" v="436" actId="20577"/>
        <pc:sldMkLst>
          <pc:docMk/>
          <pc:sldMk cId="2492637390" sldId="283"/>
        </pc:sldMkLst>
        <pc:spChg chg="mod">
          <ac:chgData name="Zimic Sanin - s2410307049" userId="S::s2410307049@fhooe.at::b2f99897-ee14-4126-8352-0ebfe6f95b16" providerId="AD" clId="Web-{DD935EDA-5C2F-0941-6B19-7516C62B4305}" dt="2026-06-19T06:35:16.574" v="436" actId="20577"/>
          <ac:spMkLst>
            <pc:docMk/>
            <pc:sldMk cId="2492637390" sldId="283"/>
            <ac:spMk id="2" creationId="{2309111D-B2D9-747A-1385-490C8216D7B6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6:34:56.604" v="432" actId="20577"/>
          <ac:spMkLst>
            <pc:docMk/>
            <pc:sldMk cId="2492637390" sldId="283"/>
            <ac:spMk id="3" creationId="{932FABB3-5311-E292-B8BC-D9EE5F1A8FF5}"/>
          </ac:spMkLst>
        </pc:spChg>
      </pc:sldChg>
      <pc:sldChg chg="modSp new">
        <pc:chgData name="Zimic Sanin - s2410307049" userId="S::s2410307049@fhooe.at::b2f99897-ee14-4126-8352-0ebfe6f95b16" providerId="AD" clId="Web-{DD935EDA-5C2F-0941-6B19-7516C62B4305}" dt="2026-06-19T06:37:44.923" v="471" actId="20577"/>
        <pc:sldMkLst>
          <pc:docMk/>
          <pc:sldMk cId="448230742" sldId="284"/>
        </pc:sldMkLst>
        <pc:spChg chg="mod">
          <ac:chgData name="Zimic Sanin - s2410307049" userId="S::s2410307049@fhooe.at::b2f99897-ee14-4126-8352-0ebfe6f95b16" providerId="AD" clId="Web-{DD935EDA-5C2F-0941-6B19-7516C62B4305}" dt="2026-06-19T06:35:38.200" v="440" actId="20577"/>
          <ac:spMkLst>
            <pc:docMk/>
            <pc:sldMk cId="448230742" sldId="284"/>
            <ac:spMk id="2" creationId="{DE33062D-437D-36ED-E105-13A0D6D299EA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6:37:44.923" v="471" actId="20577"/>
          <ac:spMkLst>
            <pc:docMk/>
            <pc:sldMk cId="448230742" sldId="284"/>
            <ac:spMk id="3" creationId="{81496FC1-D5E0-60E9-310B-7095CECF2730}"/>
          </ac:spMkLst>
        </pc:spChg>
      </pc:sldChg>
      <pc:sldChg chg="modSp new">
        <pc:chgData name="Zimic Sanin - s2410307049" userId="S::s2410307049@fhooe.at::b2f99897-ee14-4126-8352-0ebfe6f95b16" providerId="AD" clId="Web-{DD935EDA-5C2F-0941-6B19-7516C62B4305}" dt="2026-06-19T06:36:19.483" v="450" actId="20577"/>
        <pc:sldMkLst>
          <pc:docMk/>
          <pc:sldMk cId="657273361" sldId="285"/>
        </pc:sldMkLst>
        <pc:spChg chg="mod">
          <ac:chgData name="Zimic Sanin - s2410307049" userId="S::s2410307049@fhooe.at::b2f99897-ee14-4126-8352-0ebfe6f95b16" providerId="AD" clId="Web-{DD935EDA-5C2F-0941-6B19-7516C62B4305}" dt="2026-06-19T06:35:32.512" v="438" actId="20577"/>
          <ac:spMkLst>
            <pc:docMk/>
            <pc:sldMk cId="657273361" sldId="285"/>
            <ac:spMk id="2" creationId="{F3733506-B60F-4E46-FE52-8B10013B7E4A}"/>
          </ac:spMkLst>
        </pc:spChg>
        <pc:spChg chg="mod">
          <ac:chgData name="Zimic Sanin - s2410307049" userId="S::s2410307049@fhooe.at::b2f99897-ee14-4126-8352-0ebfe6f95b16" providerId="AD" clId="Web-{DD935EDA-5C2F-0941-6B19-7516C62B4305}" dt="2026-06-19T06:36:19.483" v="450" actId="20577"/>
          <ac:spMkLst>
            <pc:docMk/>
            <pc:sldMk cId="657273361" sldId="285"/>
            <ac:spMk id="3" creationId="{F5F505B5-7647-7BC8-8D9F-14573FD6923A}"/>
          </ac:spMkLst>
        </pc:spChg>
      </pc:sldChg>
      <pc:sldChg chg="addSp delSp modSp new mod setBg">
        <pc:chgData name="Zimic Sanin - s2410307049" userId="S::s2410307049@fhooe.at::b2f99897-ee14-4126-8352-0ebfe6f95b16" providerId="AD" clId="Web-{DD935EDA-5C2F-0941-6B19-7516C62B4305}" dt="2026-06-19T06:46:55.006" v="601"/>
        <pc:sldMkLst>
          <pc:docMk/>
          <pc:sldMk cId="196845740" sldId="286"/>
        </pc:sldMkLst>
        <pc:spChg chg="del">
          <ac:chgData name="Zimic Sanin - s2410307049" userId="S::s2410307049@fhooe.at::b2f99897-ee14-4126-8352-0ebfe6f95b16" providerId="AD" clId="Web-{DD935EDA-5C2F-0941-6B19-7516C62B4305}" dt="2026-06-19T06:46:55.006" v="601"/>
          <ac:spMkLst>
            <pc:docMk/>
            <pc:sldMk cId="196845740" sldId="286"/>
            <ac:spMk id="2" creationId="{DCD38557-FA9F-C37E-CE21-65E9359A58E2}"/>
          </ac:spMkLst>
        </pc:spChg>
        <pc:spChg chg="del">
          <ac:chgData name="Zimic Sanin - s2410307049" userId="S::s2410307049@fhooe.at::b2f99897-ee14-4126-8352-0ebfe6f95b16" providerId="AD" clId="Web-{DD935EDA-5C2F-0941-6B19-7516C62B4305}" dt="2026-06-19T06:46:47.209" v="599"/>
          <ac:spMkLst>
            <pc:docMk/>
            <pc:sldMk cId="196845740" sldId="286"/>
            <ac:spMk id="3" creationId="{4203A74E-FD79-4DCA-0CE6-F2D9E133B1AC}"/>
          </ac:spMkLst>
        </pc:spChg>
        <pc:picChg chg="add del mod ord">
          <ac:chgData name="Zimic Sanin - s2410307049" userId="S::s2410307049@fhooe.at::b2f99897-ee14-4126-8352-0ebfe6f95b16" providerId="AD" clId="Web-{DD935EDA-5C2F-0941-6B19-7516C62B4305}" dt="2026-06-19T06:46:50.553" v="600"/>
          <ac:picMkLst>
            <pc:docMk/>
            <pc:sldMk cId="196845740" sldId="286"/>
            <ac:picMk id="4" creationId="{34374D3D-8F87-6DC6-20D1-C057549E02D2}"/>
          </ac:picMkLst>
        </pc:picChg>
      </pc:sldChg>
      <pc:sldChg chg="addSp delSp modSp new">
        <pc:chgData name="Zimic Sanin - s2410307049" userId="S::s2410307049@fhooe.at::b2f99897-ee14-4126-8352-0ebfe6f95b16" providerId="AD" clId="Web-{DD935EDA-5C2F-0941-6B19-7516C62B4305}" dt="2026-06-19T07:04:47.373" v="715" actId="20577"/>
        <pc:sldMkLst>
          <pc:docMk/>
          <pc:sldMk cId="3149608709" sldId="287"/>
        </pc:sldMkLst>
        <pc:spChg chg="mod">
          <ac:chgData name="Zimic Sanin - s2410307049" userId="S::s2410307049@fhooe.at::b2f99897-ee14-4126-8352-0ebfe6f95b16" providerId="AD" clId="Web-{DD935EDA-5C2F-0941-6B19-7516C62B4305}" dt="2026-06-19T07:04:47.373" v="715" actId="20577"/>
          <ac:spMkLst>
            <pc:docMk/>
            <pc:sldMk cId="3149608709" sldId="287"/>
            <ac:spMk id="2" creationId="{1CB43AEA-CCAD-EFE2-B6A7-FA7F5C1D6DE6}"/>
          </ac:spMkLst>
        </pc:spChg>
        <pc:spChg chg="del">
          <ac:chgData name="Zimic Sanin - s2410307049" userId="S::s2410307049@fhooe.at::b2f99897-ee14-4126-8352-0ebfe6f95b16" providerId="AD" clId="Web-{DD935EDA-5C2F-0941-6B19-7516C62B4305}" dt="2026-06-19T07:04:23.357" v="693"/>
          <ac:spMkLst>
            <pc:docMk/>
            <pc:sldMk cId="3149608709" sldId="287"/>
            <ac:spMk id="3" creationId="{69D20C9E-3083-5C8B-EFE8-6ABF3740FC3A}"/>
          </ac:spMkLst>
        </pc:spChg>
        <pc:spChg chg="add mod">
          <ac:chgData name="Zimic Sanin - s2410307049" userId="S::s2410307049@fhooe.at::b2f99897-ee14-4126-8352-0ebfe6f95b16" providerId="AD" clId="Web-{DD935EDA-5C2F-0941-6B19-7516C62B4305}" dt="2026-06-19T07:04:41.201" v="711" actId="14100"/>
          <ac:spMkLst>
            <pc:docMk/>
            <pc:sldMk cId="3149608709" sldId="287"/>
            <ac:spMk id="4" creationId="{6F9EE835-305C-BCA4-A828-8CC8D4EDE424}"/>
          </ac:spMkLst>
        </pc:spChg>
      </pc:sldChg>
      <pc:sldChg chg="addSp delSp modSp new mod setBg">
        <pc:chgData name="Zimic Sanin - s2410307049" userId="S::s2410307049@fhooe.at::b2f99897-ee14-4126-8352-0ebfe6f95b16" providerId="AD" clId="Web-{DD935EDA-5C2F-0941-6B19-7516C62B4305}" dt="2026-06-19T07:10:23.120" v="726"/>
        <pc:sldMkLst>
          <pc:docMk/>
          <pc:sldMk cId="1758865669" sldId="288"/>
        </pc:sldMkLst>
        <pc:spChg chg="del mod">
          <ac:chgData name="Zimic Sanin - s2410307049" userId="S::s2410307049@fhooe.at::b2f99897-ee14-4126-8352-0ebfe6f95b16" providerId="AD" clId="Web-{DD935EDA-5C2F-0941-6B19-7516C62B4305}" dt="2026-06-19T07:10:23.120" v="726"/>
          <ac:spMkLst>
            <pc:docMk/>
            <pc:sldMk cId="1758865669" sldId="288"/>
            <ac:spMk id="2" creationId="{BF5DF3D4-3465-0EBD-72F3-AEB46452FB8D}"/>
          </ac:spMkLst>
        </pc:spChg>
        <pc:spChg chg="del">
          <ac:chgData name="Zimic Sanin - s2410307049" userId="S::s2410307049@fhooe.at::b2f99897-ee14-4126-8352-0ebfe6f95b16" providerId="AD" clId="Web-{DD935EDA-5C2F-0941-6B19-7516C62B4305}" dt="2026-06-19T07:09:56.588" v="720"/>
          <ac:spMkLst>
            <pc:docMk/>
            <pc:sldMk cId="1758865669" sldId="288"/>
            <ac:spMk id="3" creationId="{CE47DF4A-8830-161D-B4BF-C694E91C48CC}"/>
          </ac:spMkLst>
        </pc:spChg>
        <pc:picChg chg="add mod ord">
          <ac:chgData name="Zimic Sanin - s2410307049" userId="S::s2410307049@fhooe.at::b2f99897-ee14-4126-8352-0ebfe6f95b16" providerId="AD" clId="Web-{DD935EDA-5C2F-0941-6B19-7516C62B4305}" dt="2026-06-19T07:10:03.838" v="723" actId="1076"/>
          <ac:picMkLst>
            <pc:docMk/>
            <pc:sldMk cId="1758865669" sldId="288"/>
            <ac:picMk id="4" creationId="{BF2569B8-27AA-0595-FCB3-F4B4AFFF27B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fhooe-my.sharepoint.com/personal/s2410307049_fhooe_at/Documents/4.%20Semester/04_KIS4IL/UE/Projekt/Metrik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Coverage / Passrate pro Versuch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Tabelle1!$A$3</c:f>
              <c:strCache>
                <c:ptCount val="1"/>
                <c:pt idx="0">
                  <c:v>Code Coverage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Tabelle1!$B$2:$P$2</c:f>
              <c:strCache>
                <c:ptCount val="15"/>
                <c:pt idx="0">
                  <c:v>Claude 1</c:v>
                </c:pt>
                <c:pt idx="1">
                  <c:v>Claude 2</c:v>
                </c:pt>
                <c:pt idx="2">
                  <c:v>Claude 3</c:v>
                </c:pt>
                <c:pt idx="3">
                  <c:v>Claude 4</c:v>
                </c:pt>
                <c:pt idx="4">
                  <c:v>Claude 5</c:v>
                </c:pt>
                <c:pt idx="5">
                  <c:v>Codex 1</c:v>
                </c:pt>
                <c:pt idx="6">
                  <c:v>Codex 2</c:v>
                </c:pt>
                <c:pt idx="7">
                  <c:v>Codex 3</c:v>
                </c:pt>
                <c:pt idx="8">
                  <c:v>Codex 4</c:v>
                </c:pt>
                <c:pt idx="9">
                  <c:v>Codex 5</c:v>
                </c:pt>
                <c:pt idx="10">
                  <c:v>Gemini 1</c:v>
                </c:pt>
                <c:pt idx="11">
                  <c:v>Gemini 2</c:v>
                </c:pt>
                <c:pt idx="12">
                  <c:v>Gemini 3</c:v>
                </c:pt>
                <c:pt idx="13">
                  <c:v>Gemini 4</c:v>
                </c:pt>
                <c:pt idx="14">
                  <c:v>Gemini 5</c:v>
                </c:pt>
              </c:strCache>
            </c:strRef>
          </c:cat>
          <c:val>
            <c:numRef>
              <c:f>Tabelle1!$B$3:$P$3</c:f>
              <c:numCache>
                <c:formatCode>General</c:formatCode>
                <c:ptCount val="15"/>
                <c:pt idx="0">
                  <c:v>0.98680000000000001</c:v>
                </c:pt>
                <c:pt idx="1">
                  <c:v>0.98680000000000001</c:v>
                </c:pt>
                <c:pt idx="2">
                  <c:v>0.98680000000000001</c:v>
                </c:pt>
                <c:pt idx="3">
                  <c:v>0.98680000000000001</c:v>
                </c:pt>
                <c:pt idx="4">
                  <c:v>0.98799999999999999</c:v>
                </c:pt>
                <c:pt idx="5">
                  <c:v>0.98860000000000003</c:v>
                </c:pt>
                <c:pt idx="6">
                  <c:v>0.98960000000000004</c:v>
                </c:pt>
                <c:pt idx="7">
                  <c:v>1</c:v>
                </c:pt>
                <c:pt idx="8">
                  <c:v>0.98860000000000003</c:v>
                </c:pt>
                <c:pt idx="9">
                  <c:v>0.98540000000000005</c:v>
                </c:pt>
                <c:pt idx="10" formatCode="0.00">
                  <c:v>0.89470000000000005</c:v>
                </c:pt>
                <c:pt idx="11" formatCode="0.00">
                  <c:v>0.93420000000000003</c:v>
                </c:pt>
                <c:pt idx="12" formatCode="0.00">
                  <c:v>1</c:v>
                </c:pt>
                <c:pt idx="13" formatCode="0.00">
                  <c:v>1</c:v>
                </c:pt>
                <c:pt idx="14" formatCode="0.0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34-4AAF-9EA0-BE622ACE27BE}"/>
            </c:ext>
          </c:extLst>
        </c:ser>
        <c:ser>
          <c:idx val="1"/>
          <c:order val="1"/>
          <c:tx>
            <c:strRef>
              <c:f>Tabelle1!$A$4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Tabelle1!$B$2:$P$2</c:f>
              <c:strCache>
                <c:ptCount val="15"/>
                <c:pt idx="0">
                  <c:v>Claude 1</c:v>
                </c:pt>
                <c:pt idx="1">
                  <c:v>Claude 2</c:v>
                </c:pt>
                <c:pt idx="2">
                  <c:v>Claude 3</c:v>
                </c:pt>
                <c:pt idx="3">
                  <c:v>Claude 4</c:v>
                </c:pt>
                <c:pt idx="4">
                  <c:v>Claude 5</c:v>
                </c:pt>
                <c:pt idx="5">
                  <c:v>Codex 1</c:v>
                </c:pt>
                <c:pt idx="6">
                  <c:v>Codex 2</c:v>
                </c:pt>
                <c:pt idx="7">
                  <c:v>Codex 3</c:v>
                </c:pt>
                <c:pt idx="8">
                  <c:v>Codex 4</c:v>
                </c:pt>
                <c:pt idx="9">
                  <c:v>Codex 5</c:v>
                </c:pt>
                <c:pt idx="10">
                  <c:v>Gemini 1</c:v>
                </c:pt>
                <c:pt idx="11">
                  <c:v>Gemini 2</c:v>
                </c:pt>
                <c:pt idx="12">
                  <c:v>Gemini 3</c:v>
                </c:pt>
                <c:pt idx="13">
                  <c:v>Gemini 4</c:v>
                </c:pt>
                <c:pt idx="14">
                  <c:v>Gemini 5</c:v>
                </c:pt>
              </c:strCache>
            </c:strRef>
          </c:cat>
          <c:val>
            <c:numRef>
              <c:f>Tabelle1!$B$4:$P$4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 formatCode="0.00">
                  <c:v>1</c:v>
                </c:pt>
                <c:pt idx="11" formatCode="0.00">
                  <c:v>1</c:v>
                </c:pt>
                <c:pt idx="12" formatCode="0.00">
                  <c:v>1</c:v>
                </c:pt>
                <c:pt idx="13" formatCode="0.00">
                  <c:v>1</c:v>
                </c:pt>
                <c:pt idx="14" formatCode="0.0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34-4AAF-9EA0-BE622ACE2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1670255"/>
        <c:axId val="1091669295"/>
      </c:barChart>
      <c:catAx>
        <c:axId val="1091670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91669295"/>
        <c:crosses val="autoZero"/>
        <c:auto val="1"/>
        <c:lblAlgn val="ctr"/>
        <c:lblOffset val="100"/>
        <c:noMultiLvlLbl val="0"/>
      </c:catAx>
      <c:valAx>
        <c:axId val="1091669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91670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D992F-CE67-4A1D-ADF5-277E8DD797F8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F0F01-BE30-4F12-AA08-8A29FBCA3C0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906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F0F01-BE30-4F12-AA08-8A29FBCA3C0A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974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1275C9-3AF5-3642-19FE-83A04E722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3EEF48-F09D-3BD9-F623-535902453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5B626A-EE96-B997-01A1-A32C5BD5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96C40E-0DB4-6374-B487-B3FB2807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822EE8-30C9-3DB9-F0EA-758C6189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8093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1E02C-3945-AC62-4032-9B99B7F7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F8EC71-E3C7-CD4F-BD20-C3C50D313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C7D64A-4197-A55B-1CBF-E3EACC7C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9E7CB8-EC56-5E34-BC3C-403FF90D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392DE6-AF7F-9A69-D38F-A0B87EF6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598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E2694-FC10-EE73-9AB9-0C674A2F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4DF7B9-81DC-CC15-160C-31A2D9BCA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7B6A43-430A-D487-0493-85D6789F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A9179E-D1E4-0555-1487-A3BFFD48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0B9B40-1C36-CD2F-3847-481883DE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5329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B9F870-6673-3C5B-951C-246D21B9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9A4437-A3CE-ACA3-8274-09DB18ACC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239AEA-1B79-997C-A8DB-534E1A80E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A9B34A-9802-8C2F-9CEC-23D5B8EA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809FCD-BDA4-AA1F-5AC7-AB28D284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95A4EC-2EA2-C741-64A1-63523525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892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BD25E-97A7-5E90-DAF2-15584CC1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DBFB1B-A982-8DDB-9C30-C355F1BC5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C823FC-710A-723C-192F-1774A0C83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7DEC05-338F-DA48-41D4-7871576E7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2BF3A33-174F-9769-0309-8721EBC28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EB02B4-D40B-44A0-B174-5DA61F70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911E52E-3810-4D17-9034-CA47DE4F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A81A05-8CCA-E752-8838-1CC5821E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3350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9B12C-7E70-4DB4-9AEE-94100306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E08DF2-57FF-BF78-E1F2-A212F3A0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411A58-8189-7F77-95E8-5D3F55E8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FB426D-72F2-12DF-F60A-E2EEF608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899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6D3272A-C552-AA14-B12F-096F75C2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769AEA-35BC-43A5-D16C-B16F8E04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38A120-A14F-9820-602C-258CE51F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368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A99EC-16EA-54FF-ADA5-10FFF61F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9D0EA-3B06-9BCF-60BC-D733CC9B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022ACF-29AF-BE75-EDAB-239ADA975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D25F45-F7CC-A99B-26A2-E2F346DB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C03A01-FBC2-6791-9AAD-5BED946D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25CF02-D433-C4CC-55B5-D422B07C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897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939990-CAE6-3E2E-1D05-D46524F8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48EBF9-F1C8-03B3-37E1-98CEA8B11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2FC9AD-A26D-A4A5-882A-F1C18F246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1ADE2D-8BB3-2D45-0AE6-28792F7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794E61-33D7-C0A6-F368-FEFCCC1E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D61FE2-96CD-A0C6-3E53-A1B95285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580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7BD2D-0235-7D36-1490-1EE719D3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90F9BE-353B-3078-58F3-96456759A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68132A-AF97-D3C0-5544-860F73BF3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3FB0B6-4BDF-31F5-9728-DA5AE453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7F8AF-E777-7E4B-8CE6-4FCB3848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80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1C04E4-D7EE-0116-C3D5-92A3A1842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029C59-4A11-A0D5-E40E-6100EE8A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1160E-5B44-A9EF-0BAF-0ECF47F7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442EEE-D696-150F-4AF2-48475055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04D06E-E0ED-5912-64B2-71432563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558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9996981-AC85-1237-D3FE-4FF94F2F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96CE04-87FA-9319-5096-7EB76D9C4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4987F4-F45A-187B-36F9-B6F7CCCF6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2F3F5-C895-401C-9786-894C623816A6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EDFAF3-E48D-E71C-A0E6-BF4D6ED98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0E5101-C111-EA25-A014-B8EA9D8E6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BD9CE-D123-4F96-9D14-C429E6410E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055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087E1-B321-5FD3-486F-9E16BD3F6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de-AT" sz="4400" b="1"/>
              <a:t>Evaluierung KI-generierter Test-Suites durch einen Single-Prompt in einer JavaScript-Anwendung</a:t>
            </a:r>
            <a:endParaRPr lang="de-AT"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EAA0530-AA0F-D3A4-6B5E-C26AF2006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757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KIS4ILV – Projekt </a:t>
            </a:r>
          </a:p>
          <a:p>
            <a:r>
              <a:rPr lang="de-AT" sz="1200"/>
              <a:t>Christoph Riedler, Sanin Zimic, Boban Vucetic</a:t>
            </a: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7972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4E30F-F1BC-F60A-2A2E-3D5B4B61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Prompt 1 </a:t>
            </a:r>
            <a:r>
              <a:rPr lang="de-AT" dirty="0" err="1"/>
              <a:t>gemini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6E32BEE-2B9C-8860-614C-B9A633FDE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900242" cy="17383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67F5875-2C18-5EEA-5349-F9B1B9666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582" y="1631421"/>
            <a:ext cx="3829078" cy="253366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95CD734-844C-6424-682B-B6E93FEA3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251"/>
            <a:ext cx="11201482" cy="357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8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4C8E5-A905-E1B6-1102-85C6CE13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Prompt 1 </a:t>
            </a:r>
            <a:r>
              <a:rPr lang="de-AT" dirty="0" err="1"/>
              <a:t>codex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87B4FCF-853F-2967-A72E-DB7E77B42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65" y="1690688"/>
            <a:ext cx="5991269" cy="254319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33774B-352A-D3EF-D11B-239C1C63A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65" y="4492610"/>
            <a:ext cx="5943643" cy="2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6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25261-4AE7-A758-BD1F-04FA541F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codex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03BFFE7-2729-A9F2-31A6-CA8DC9F24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32" y="1923247"/>
            <a:ext cx="5876968" cy="24288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06012F9-03CA-954A-6C9C-E0C022C64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16" y="4584699"/>
            <a:ext cx="5924593" cy="100013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352EA07-6192-B627-C638-279523CB6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4" y="2309012"/>
            <a:ext cx="3028972" cy="16573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BCA94AD-6A54-7B1A-2A5D-B84A9ED2C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23" y="6041230"/>
            <a:ext cx="3895753" cy="32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1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6253-E220-7A1C-317A-8B919C0D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Codex 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8B48DA-20B0-CFEA-7D0F-4C51A8921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758" y="1610702"/>
            <a:ext cx="4613407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5C95E4-AA1E-9E0F-DC31-A43255A31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489" y="1611922"/>
            <a:ext cx="5165098" cy="40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69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532D-E2EA-490E-5AAF-F567AE48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Codex 3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BEAA44-4E0F-BC47-39AA-C4F0E2917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1637" y="2282031"/>
            <a:ext cx="88487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D9F8-3EC6-A80D-9597-6F524080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Codex 4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1EDF61-9FCA-DEA7-A033-20E79AC78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612" y="1825625"/>
            <a:ext cx="83527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8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7CA0-29D0-8094-7C6A-1FDF7107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Codex 5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97E940-F878-5591-6CA1-029CDDEF2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180" y="1688856"/>
            <a:ext cx="68531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5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2016-877D-29A3-E3A3-D9EAA153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Gemini 2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53FC-A974-2EA4-6DC9-F25385A0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F1BB1A-8847-F484-42EB-984F13349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3" y="1395397"/>
            <a:ext cx="9982273" cy="40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6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15794A-2BF2-1B0F-8E8A-E839DFEF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3419-6C86-F543-E27A-B6226A56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Gemini 5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E30B-300E-7502-078F-F8B9A4691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5EE4CE-30CD-9838-BBB7-89D1FB5A8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69" y="1733537"/>
            <a:ext cx="8458262" cy="33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5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866D3E-188E-A24C-2459-69E12245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661" y="2768356"/>
            <a:ext cx="4722447" cy="1325563"/>
          </a:xfrm>
        </p:spPr>
        <p:txBody>
          <a:bodyPr>
            <a:noAutofit/>
          </a:bodyPr>
          <a:lstStyle/>
          <a:p>
            <a:r>
              <a:rPr lang="de-AT" sz="9600" dirty="0" err="1"/>
              <a:t>WishList</a:t>
            </a:r>
            <a:endParaRPr lang="de-AT" sz="96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ECDC793-1628-8A86-4ED6-5B8BC6C66DC3}"/>
              </a:ext>
            </a:extLst>
          </p:cNvPr>
          <p:cNvSpPr txBox="1"/>
          <p:nvPr/>
        </p:nvSpPr>
        <p:spPr>
          <a:xfrm>
            <a:off x="3754152" y="4373217"/>
            <a:ext cx="469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dirty="0"/>
              <a:t>Vorzeigen vor allen</a:t>
            </a:r>
          </a:p>
        </p:txBody>
      </p:sp>
    </p:spTree>
    <p:extLst>
      <p:ext uri="{BB962C8B-B14F-4D97-AF65-F5344CB8AC3E}">
        <p14:creationId xmlns:p14="http://schemas.microsoft.com/office/powerpoint/2010/main" val="270889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AF24-E557-32FC-1C8F-BF9F98BC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9050A-B7BD-8CEC-D2D8-49407CCEF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ea typeface="+mn-lt"/>
                <a:cs typeface="+mn-lt"/>
              </a:rPr>
              <a:t>Ziel des </a:t>
            </a:r>
            <a:r>
              <a:rPr lang="en-US" b="1" dirty="0" err="1">
                <a:ea typeface="+mn-lt"/>
                <a:cs typeface="+mn-lt"/>
              </a:rPr>
              <a:t>Projekts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Effektivität</a:t>
            </a:r>
            <a:r>
              <a:rPr lang="en-US" dirty="0">
                <a:ea typeface="+mn-lt"/>
                <a:cs typeface="+mn-lt"/>
              </a:rPr>
              <a:t> von LLMs (</a:t>
            </a:r>
            <a:r>
              <a:rPr lang="en-US" dirty="0" err="1">
                <a:ea typeface="+mn-lt"/>
                <a:cs typeface="+mn-lt"/>
              </a:rPr>
              <a:t>mithilfe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eines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einzigen</a:t>
            </a:r>
            <a:r>
              <a:rPr lang="en-US" dirty="0">
                <a:ea typeface="+mn-lt"/>
                <a:cs typeface="+mn-lt"/>
              </a:rPr>
              <a:t> Prompts) </a:t>
            </a:r>
            <a:r>
              <a:rPr lang="en-US" dirty="0" err="1">
                <a:ea typeface="+mn-lt"/>
                <a:cs typeface="+mn-lt"/>
              </a:rPr>
              <a:t>automatisch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vollständige</a:t>
            </a:r>
            <a:r>
              <a:rPr lang="en-US" dirty="0">
                <a:ea typeface="+mn-lt"/>
                <a:cs typeface="+mn-lt"/>
              </a:rPr>
              <a:t> Unit- und </a:t>
            </a:r>
            <a:r>
              <a:rPr lang="en-US" dirty="0" err="1">
                <a:ea typeface="+mn-lt"/>
                <a:cs typeface="+mn-lt"/>
              </a:rPr>
              <a:t>Integrationstest</a:t>
            </a:r>
            <a:r>
              <a:rPr lang="en-US" dirty="0">
                <a:ea typeface="+mn-lt"/>
                <a:cs typeface="+mn-lt"/>
              </a:rPr>
              <a:t>-Suites für Software </a:t>
            </a:r>
            <a:r>
              <a:rPr lang="en-US" dirty="0" err="1">
                <a:ea typeface="+mn-lt"/>
                <a:cs typeface="+mn-lt"/>
              </a:rPr>
              <a:t>generieren</a:t>
            </a:r>
            <a:r>
              <a:rPr lang="en-US" dirty="0">
                <a:ea typeface="+mn-lt"/>
                <a:cs typeface="+mn-lt"/>
              </a:rPr>
              <a:t> . 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Testobjekt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 err="1">
                <a:ea typeface="+mn-lt"/>
                <a:cs typeface="+mn-lt"/>
              </a:rPr>
              <a:t>WishList</a:t>
            </a:r>
            <a:r>
              <a:rPr lang="en-US" i="1" dirty="0">
                <a:ea typeface="+mn-lt"/>
                <a:cs typeface="+mn-lt"/>
              </a:rPr>
              <a:t> (</a:t>
            </a:r>
            <a:r>
              <a:rPr lang="en-US" i="1" dirty="0" err="1">
                <a:ea typeface="+mn-lt"/>
                <a:cs typeface="+mn-lt"/>
              </a:rPr>
              <a:t>mit</a:t>
            </a:r>
            <a:r>
              <a:rPr lang="en-US" i="1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dynamische</a:t>
            </a:r>
            <a:r>
              <a:rPr lang="en-US" dirty="0">
                <a:ea typeface="+mn-lt"/>
                <a:cs typeface="+mn-lt"/>
              </a:rPr>
              <a:t> DOM-</a:t>
            </a:r>
            <a:r>
              <a:rPr lang="en-US" dirty="0" err="1">
                <a:ea typeface="+mn-lt"/>
                <a:cs typeface="+mn-lt"/>
              </a:rPr>
              <a:t>Manipulationen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asynchrone</a:t>
            </a:r>
            <a:r>
              <a:rPr lang="en-US" dirty="0">
                <a:ea typeface="+mn-lt"/>
                <a:cs typeface="+mn-lt"/>
              </a:rPr>
              <a:t> API-</a:t>
            </a:r>
            <a:r>
              <a:rPr lang="en-US" dirty="0" err="1">
                <a:ea typeface="+mn-lt"/>
                <a:cs typeface="+mn-lt"/>
              </a:rPr>
              <a:t>Aufrufe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lokales</a:t>
            </a:r>
            <a:r>
              <a:rPr lang="en-US" dirty="0">
                <a:ea typeface="+mn-lt"/>
                <a:cs typeface="+mn-lt"/>
              </a:rPr>
              <a:t> State-Management, Node-Backend) 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Vorgehensweise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KI </a:t>
            </a:r>
            <a:r>
              <a:rPr lang="en-US" dirty="0" err="1">
                <a:ea typeface="+mn-lt"/>
                <a:cs typeface="+mn-lt"/>
              </a:rPr>
              <a:t>erhält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Quellcode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generiert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daraus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ohne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weitere</a:t>
            </a:r>
            <a:r>
              <a:rPr lang="en-US" dirty="0">
                <a:ea typeface="+mn-lt"/>
                <a:cs typeface="+mn-lt"/>
              </a:rPr>
              <a:t> Iterationen </a:t>
            </a:r>
            <a:r>
              <a:rPr lang="en-US" dirty="0" err="1">
                <a:ea typeface="+mn-lt"/>
                <a:cs typeface="+mn-lt"/>
              </a:rPr>
              <a:t>eine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vollständige</a:t>
            </a:r>
            <a:r>
              <a:rPr lang="en-US" dirty="0">
                <a:ea typeface="+mn-lt"/>
                <a:cs typeface="+mn-lt"/>
              </a:rPr>
              <a:t> Test-Suite </a:t>
            </a:r>
          </a:p>
          <a:p>
            <a:r>
              <a:rPr lang="en-US" b="1" dirty="0">
                <a:ea typeface="+mn-lt"/>
                <a:cs typeface="+mn-lt"/>
              </a:rPr>
              <a:t>Quantitative </a:t>
            </a:r>
            <a:r>
              <a:rPr lang="en-US" b="1" dirty="0" err="1">
                <a:ea typeface="+mn-lt"/>
                <a:cs typeface="+mn-lt"/>
              </a:rPr>
              <a:t>Evaluierung</a:t>
            </a:r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Qualitative </a:t>
            </a:r>
            <a:r>
              <a:rPr lang="en-US" b="1" dirty="0" err="1">
                <a:ea typeface="+mn-lt"/>
                <a:cs typeface="+mn-lt"/>
              </a:rPr>
              <a:t>Evaluierung</a:t>
            </a:r>
            <a:r>
              <a:rPr lang="en-US" b="1" dirty="0">
                <a:ea typeface="+mn-lt"/>
                <a:cs typeface="+mn-lt"/>
              </a:rPr>
              <a:t> &amp; </a:t>
            </a:r>
            <a:r>
              <a:rPr lang="en-US" b="1" dirty="0" err="1">
                <a:ea typeface="+mn-lt"/>
                <a:cs typeface="+mn-lt"/>
              </a:rPr>
              <a:t>Analyse</a:t>
            </a:r>
            <a:r>
              <a:rPr lang="en-US" b="1" dirty="0">
                <a:ea typeface="+mn-lt"/>
                <a:cs typeface="+mn-lt"/>
              </a:rPr>
              <a:t> der </a:t>
            </a:r>
            <a:r>
              <a:rPr lang="en-US" b="1" dirty="0" err="1">
                <a:ea typeface="+mn-lt"/>
                <a:cs typeface="+mn-lt"/>
              </a:rPr>
              <a:t>Testrelevanz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10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2569B8-27AA-0595-FCB3-F4B4AFFF2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8375" y="-1221"/>
            <a:ext cx="9015250" cy="686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6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5C126-72D5-C758-0A8A-11FE3213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Git</a:t>
            </a:r>
            <a:r>
              <a:rPr lang="de-AT" dirty="0"/>
              <a:t> Graph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FEF6F3-1873-561F-BA28-3DA33FC7F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AT" dirty="0"/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63066E-DBE1-FFF3-DF5D-ED69E0183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980" y="1540292"/>
            <a:ext cx="6686820" cy="5223689"/>
          </a:xfrm>
          <a:prstGeom prst="rect">
            <a:avLst/>
          </a:prstGeom>
        </p:spPr>
      </p:pic>
      <p:pic>
        <p:nvPicPr>
          <p:cNvPr id="6" name="Grafik 5" descr="Meme Git Compilation | by Lulu Ilmaknun Qurotaini | Medium">
            <a:extLst>
              <a:ext uri="{FF2B5EF4-FFF2-40B4-BE49-F238E27FC236}">
                <a16:creationId xmlns:a16="http://schemas.microsoft.com/office/drawing/2014/main" id="{C143AFA4-FB54-0A80-F98F-3069B21E9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68"/>
          <a:stretch>
            <a:fillRect/>
          </a:stretch>
        </p:blipFill>
        <p:spPr>
          <a:xfrm>
            <a:off x="274471" y="2844984"/>
            <a:ext cx="4133756" cy="231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48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187F2-3E22-7B5D-93E9-D35C904A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Prompts I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78672-F191-BC04-4089-DAB7C1045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AT"/>
              <a:t>1: </a:t>
            </a:r>
            <a:r>
              <a:rPr lang="de-AT">
                <a:ea typeface="+mn-lt"/>
                <a:cs typeface="+mn-lt"/>
              </a:rPr>
              <a:t>"Generiere eine Testsuite für das Projekt, das in </a:t>
            </a:r>
            <a:r>
              <a:rPr lang="de-AT" err="1">
                <a:ea typeface="+mn-lt"/>
                <a:cs typeface="+mn-lt"/>
              </a:rPr>
              <a:t>src</a:t>
            </a:r>
            <a:r>
              <a:rPr lang="de-AT">
                <a:ea typeface="+mn-lt"/>
                <a:cs typeface="+mn-lt"/>
              </a:rPr>
              <a:t> liegt."</a:t>
            </a:r>
          </a:p>
          <a:p>
            <a:pPr marL="0" indent="0">
              <a:buNone/>
            </a:pPr>
            <a:r>
              <a:rPr lang="de-AT"/>
              <a:t>...</a:t>
            </a:r>
          </a:p>
          <a:p>
            <a:pPr marL="0" indent="0">
              <a:buNone/>
            </a:pPr>
            <a:r>
              <a:rPr lang="de-AT"/>
              <a:t>5: </a:t>
            </a:r>
          </a:p>
          <a:p>
            <a:pPr marL="0" indent="0">
              <a:buNone/>
            </a:pPr>
            <a:endParaRPr lang="de-A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643B4-CBBC-5C4D-7050-0A2126E0E7AD}"/>
              </a:ext>
            </a:extLst>
          </p:cNvPr>
          <p:cNvSpPr txBox="1"/>
          <p:nvPr/>
        </p:nvSpPr>
        <p:spPr>
          <a:xfrm>
            <a:off x="1566333" y="2899833"/>
            <a:ext cx="977900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Du </a:t>
            </a:r>
            <a:r>
              <a:rPr lang="en-US" sz="1200" err="1">
                <a:ea typeface="+mn-lt"/>
                <a:cs typeface="+mn-lt"/>
              </a:rPr>
              <a:t>agierst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als</a:t>
            </a:r>
            <a:r>
              <a:rPr lang="en-US" sz="1200">
                <a:ea typeface="+mn-lt"/>
                <a:cs typeface="+mn-lt"/>
              </a:rPr>
              <a:t> Senior Test Automation Engineer.  </a:t>
            </a:r>
            <a:endParaRPr lang="en-US" sz="1200"/>
          </a:p>
          <a:p>
            <a:endParaRPr lang="en-US" sz="1200"/>
          </a:p>
          <a:p>
            <a:r>
              <a:rPr lang="en-US" sz="1200">
                <a:ea typeface="+mn-lt"/>
                <a:cs typeface="+mn-lt"/>
              </a:rPr>
              <a:t>Aufgabe: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Analysiere</a:t>
            </a:r>
            <a:r>
              <a:rPr lang="en-US" sz="1200">
                <a:ea typeface="+mn-lt"/>
                <a:cs typeface="+mn-lt"/>
              </a:rPr>
              <a:t> das Projekt </a:t>
            </a:r>
            <a:r>
              <a:rPr lang="en-US" sz="1200" err="1">
                <a:ea typeface="+mn-lt"/>
                <a:cs typeface="+mn-lt"/>
              </a:rPr>
              <a:t>im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Verzeichnis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src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vollständig</a:t>
            </a:r>
            <a:r>
              <a:rPr lang="en-US" sz="1200">
                <a:ea typeface="+mn-lt"/>
                <a:cs typeface="+mn-lt"/>
              </a:rPr>
              <a:t> und </a:t>
            </a:r>
            <a:r>
              <a:rPr lang="en-US" sz="1200" err="1">
                <a:ea typeface="+mn-lt"/>
                <a:cs typeface="+mn-lt"/>
              </a:rPr>
              <a:t>implementiere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eine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möglichst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hochwertige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wartbare</a:t>
            </a:r>
            <a:r>
              <a:rPr lang="en-US" sz="1200">
                <a:ea typeface="+mn-lt"/>
                <a:cs typeface="+mn-lt"/>
              </a:rPr>
              <a:t> und </a:t>
            </a:r>
            <a:r>
              <a:rPr lang="en-US" sz="1200" err="1">
                <a:ea typeface="+mn-lt"/>
                <a:cs typeface="+mn-lt"/>
              </a:rPr>
              <a:t>umfassende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Testsuite</a:t>
            </a:r>
            <a:r>
              <a:rPr lang="en-US" sz="1200">
                <a:ea typeface="+mn-lt"/>
                <a:cs typeface="+mn-lt"/>
              </a:rPr>
              <a:t>.  </a:t>
            </a:r>
            <a:endParaRPr lang="en-US" sz="1200"/>
          </a:p>
          <a:p>
            <a:endParaRPr lang="en-US" sz="1200"/>
          </a:p>
          <a:p>
            <a:r>
              <a:rPr lang="en-US" sz="1200" err="1">
                <a:ea typeface="+mn-lt"/>
                <a:cs typeface="+mn-lt"/>
              </a:rPr>
              <a:t>Vorgehen</a:t>
            </a:r>
            <a:r>
              <a:rPr lang="en-US" sz="1200">
                <a:ea typeface="+mn-lt"/>
                <a:cs typeface="+mn-lt"/>
              </a:rPr>
              <a:t>: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Analysiere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Architektur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Abhängigkeiten</a:t>
            </a:r>
            <a:r>
              <a:rPr lang="en-US" sz="1200">
                <a:ea typeface="+mn-lt"/>
                <a:cs typeface="+mn-lt"/>
              </a:rPr>
              <a:t> und </a:t>
            </a:r>
            <a:r>
              <a:rPr lang="en-US" sz="1200" err="1">
                <a:ea typeface="+mn-lt"/>
                <a:cs typeface="+mn-lt"/>
              </a:rPr>
              <a:t>Projektstruktur</a:t>
            </a:r>
            <a:r>
              <a:rPr lang="en-US" sz="1200">
                <a:ea typeface="+mn-lt"/>
                <a:cs typeface="+mn-lt"/>
              </a:rPr>
              <a:t>.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Identifiziere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kritische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Geschäftslogik</a:t>
            </a:r>
            <a:r>
              <a:rPr lang="en-US" sz="1200">
                <a:ea typeface="+mn-lt"/>
                <a:cs typeface="+mn-lt"/>
              </a:rPr>
              <a:t>.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Priorisiere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Testfälle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nach</a:t>
            </a:r>
            <a:r>
              <a:rPr lang="en-US" sz="1200">
                <a:ea typeface="+mn-lt"/>
                <a:cs typeface="+mn-lt"/>
              </a:rPr>
              <a:t> Risiko und </a:t>
            </a:r>
            <a:r>
              <a:rPr lang="en-US" sz="1200" err="1">
                <a:ea typeface="+mn-lt"/>
                <a:cs typeface="+mn-lt"/>
              </a:rPr>
              <a:t>Fehlerauswirkung</a:t>
            </a:r>
            <a:r>
              <a:rPr lang="en-US" sz="1200">
                <a:ea typeface="+mn-lt"/>
                <a:cs typeface="+mn-lt"/>
              </a:rPr>
              <a:t>.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Entwerfe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eine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Teststrategie</a:t>
            </a:r>
            <a:r>
              <a:rPr lang="en-US" sz="1200">
                <a:ea typeface="+mn-lt"/>
                <a:cs typeface="+mn-lt"/>
              </a:rPr>
              <a:t>.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Implementiere</a:t>
            </a:r>
            <a:r>
              <a:rPr lang="en-US" sz="1200">
                <a:ea typeface="+mn-lt"/>
                <a:cs typeface="+mn-lt"/>
              </a:rPr>
              <a:t> die Tests </a:t>
            </a:r>
            <a:r>
              <a:rPr lang="en-US" sz="1200" err="1">
                <a:ea typeface="+mn-lt"/>
                <a:cs typeface="+mn-lt"/>
              </a:rPr>
              <a:t>anhand</a:t>
            </a:r>
            <a:r>
              <a:rPr lang="en-US" sz="1200">
                <a:ea typeface="+mn-lt"/>
                <a:cs typeface="+mn-lt"/>
              </a:rPr>
              <a:t> der </a:t>
            </a:r>
            <a:r>
              <a:rPr lang="en-US" sz="1200" err="1">
                <a:ea typeface="+mn-lt"/>
                <a:cs typeface="+mn-lt"/>
              </a:rPr>
              <a:t>Anforderungen</a:t>
            </a:r>
            <a:r>
              <a:rPr lang="en-US" sz="1200">
                <a:ea typeface="+mn-lt"/>
                <a:cs typeface="+mn-lt"/>
              </a:rPr>
              <a:t>.  </a:t>
            </a:r>
            <a:endParaRPr lang="en-US" sz="1200"/>
          </a:p>
          <a:p>
            <a:endParaRPr lang="en-US" sz="1200"/>
          </a:p>
          <a:p>
            <a:r>
              <a:rPr lang="en-US" sz="1200" err="1">
                <a:ea typeface="+mn-lt"/>
                <a:cs typeface="+mn-lt"/>
              </a:rPr>
              <a:t>Anforderungen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Allgemein</a:t>
            </a:r>
            <a:r>
              <a:rPr lang="en-US" sz="1200">
                <a:ea typeface="+mn-lt"/>
                <a:cs typeface="+mn-lt"/>
              </a:rPr>
              <a:t>: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Erkenne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automatisch</a:t>
            </a:r>
            <a:r>
              <a:rPr lang="en-US" sz="1200">
                <a:ea typeface="+mn-lt"/>
                <a:cs typeface="+mn-lt"/>
              </a:rPr>
              <a:t> die </a:t>
            </a:r>
            <a:r>
              <a:rPr lang="en-US" sz="1200" err="1">
                <a:ea typeface="+mn-lt"/>
                <a:cs typeface="+mn-lt"/>
              </a:rPr>
              <a:t>Programmiersprache</a:t>
            </a:r>
            <a:r>
              <a:rPr lang="en-US" sz="1200">
                <a:ea typeface="+mn-lt"/>
                <a:cs typeface="+mn-lt"/>
              </a:rPr>
              <a:t> und </a:t>
            </a:r>
            <a:r>
              <a:rPr lang="en-US" sz="1200" err="1">
                <a:ea typeface="+mn-lt"/>
                <a:cs typeface="+mn-lt"/>
              </a:rPr>
              <a:t>wähle</a:t>
            </a:r>
            <a:r>
              <a:rPr lang="en-US" sz="1200">
                <a:ea typeface="+mn-lt"/>
                <a:cs typeface="+mn-lt"/>
              </a:rPr>
              <a:t>/</a:t>
            </a:r>
            <a:r>
              <a:rPr lang="en-US" sz="1200" err="1">
                <a:ea typeface="+mn-lt"/>
                <a:cs typeface="+mn-lt"/>
              </a:rPr>
              <a:t>implementiere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ein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geeignetes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Testframework</a:t>
            </a:r>
            <a:r>
              <a:rPr lang="en-US" sz="1200">
                <a:ea typeface="+mn-lt"/>
                <a:cs typeface="+mn-lt"/>
              </a:rPr>
              <a:t> (</a:t>
            </a:r>
            <a:r>
              <a:rPr lang="en-US" sz="1200" err="1">
                <a:ea typeface="+mn-lt"/>
                <a:cs typeface="+mn-lt"/>
              </a:rPr>
              <a:t>z.B.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xUnit</a:t>
            </a:r>
            <a:r>
              <a:rPr lang="en-US" sz="1200">
                <a:ea typeface="+mn-lt"/>
                <a:cs typeface="+mn-lt"/>
              </a:rPr>
              <a:t> für C#, </a:t>
            </a:r>
            <a:r>
              <a:rPr lang="en-US" sz="1200" err="1">
                <a:ea typeface="+mn-lt"/>
                <a:cs typeface="+mn-lt"/>
              </a:rPr>
              <a:t>oder</a:t>
            </a:r>
            <a:r>
              <a:rPr lang="en-US" sz="1200">
                <a:ea typeface="+mn-lt"/>
                <a:cs typeface="+mn-lt"/>
              </a:rPr>
              <a:t> JEST für JavaScript)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Es </a:t>
            </a:r>
            <a:r>
              <a:rPr lang="en-US" sz="1200" err="1">
                <a:ea typeface="+mn-lt"/>
                <a:cs typeface="+mn-lt"/>
              </a:rPr>
              <a:t>soll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eine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möglichst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hohe</a:t>
            </a:r>
            <a:r>
              <a:rPr lang="en-US" sz="1200">
                <a:ea typeface="+mn-lt"/>
                <a:cs typeface="+mn-lt"/>
              </a:rPr>
              <a:t> Testabdeckung </a:t>
            </a:r>
            <a:r>
              <a:rPr lang="en-US" sz="1200" err="1">
                <a:ea typeface="+mn-lt"/>
                <a:cs typeface="+mn-lt"/>
              </a:rPr>
              <a:t>garantiert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werden</a:t>
            </a:r>
            <a:r>
              <a:rPr lang="en-US" sz="1200">
                <a:ea typeface="+mn-lt"/>
                <a:cs typeface="+mn-lt"/>
              </a:rPr>
              <a:t>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Die </a:t>
            </a:r>
            <a:r>
              <a:rPr lang="en-US" sz="1200" err="1">
                <a:ea typeface="+mn-lt"/>
                <a:cs typeface="+mn-lt"/>
              </a:rPr>
              <a:t>Gesamte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Testsuite</a:t>
            </a:r>
            <a:r>
              <a:rPr lang="en-US" sz="1200">
                <a:ea typeface="+mn-lt"/>
                <a:cs typeface="+mn-lt"/>
              </a:rPr>
              <a:t> muss </a:t>
            </a:r>
            <a:r>
              <a:rPr lang="en-US" sz="1200" err="1">
                <a:ea typeface="+mn-lt"/>
                <a:cs typeface="+mn-lt"/>
              </a:rPr>
              <a:t>lauffähig</a:t>
            </a:r>
            <a:r>
              <a:rPr lang="en-US" sz="1200">
                <a:ea typeface="+mn-lt"/>
                <a:cs typeface="+mn-lt"/>
              </a:rPr>
              <a:t> sein, alle Tests </a:t>
            </a:r>
            <a:r>
              <a:rPr lang="en-US" sz="1200" err="1">
                <a:ea typeface="+mn-lt"/>
                <a:cs typeface="+mn-lt"/>
              </a:rPr>
              <a:t>müssen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ohne</a:t>
            </a:r>
            <a:r>
              <a:rPr lang="en-US" sz="1200">
                <a:ea typeface="+mn-lt"/>
                <a:cs typeface="+mn-lt"/>
              </a:rPr>
              <a:t> Fehler </a:t>
            </a:r>
            <a:r>
              <a:rPr lang="en-US" sz="1200" err="1">
                <a:ea typeface="+mn-lt"/>
                <a:cs typeface="+mn-lt"/>
              </a:rPr>
              <a:t>ausgeführt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werden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können</a:t>
            </a:r>
            <a:r>
              <a:rPr lang="en-US" sz="1200">
                <a:ea typeface="+mn-lt"/>
                <a:cs typeface="+mn-lt"/>
              </a:rPr>
              <a:t>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Erstelle</a:t>
            </a:r>
            <a:r>
              <a:rPr lang="en-US" sz="1200">
                <a:ea typeface="+mn-lt"/>
                <a:cs typeface="+mn-lt"/>
              </a:rPr>
              <a:t> Unit-Tests für </a:t>
            </a:r>
            <a:r>
              <a:rPr lang="en-US" sz="1200" err="1">
                <a:ea typeface="+mn-lt"/>
                <a:cs typeface="+mn-lt"/>
              </a:rPr>
              <a:t>Funktionen</a:t>
            </a:r>
            <a:r>
              <a:rPr lang="en-US" sz="1200">
                <a:ea typeface="+mn-lt"/>
                <a:cs typeface="+mn-lt"/>
              </a:rPr>
              <a:t>, Klassen und Services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Erstelle</a:t>
            </a:r>
            <a:r>
              <a:rPr lang="en-US" sz="1200">
                <a:ea typeface="+mn-lt"/>
                <a:cs typeface="+mn-lt"/>
              </a:rPr>
              <a:t> Integration-Tests für die Zusammenarbeit </a:t>
            </a:r>
            <a:r>
              <a:rPr lang="en-US" sz="1200" err="1">
                <a:ea typeface="+mn-lt"/>
                <a:cs typeface="+mn-lt"/>
              </a:rPr>
              <a:t>mehrerer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Komponenten</a:t>
            </a:r>
            <a:r>
              <a:rPr lang="en-US" sz="1200">
                <a:ea typeface="+mn-lt"/>
                <a:cs typeface="+mn-lt"/>
              </a:rPr>
              <a:t>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Erstelle</a:t>
            </a:r>
            <a:r>
              <a:rPr lang="en-US" sz="1200">
                <a:ea typeface="+mn-lt"/>
                <a:cs typeface="+mn-lt"/>
              </a:rPr>
              <a:t> End-to-End-Tests </a:t>
            </a:r>
            <a:r>
              <a:rPr lang="en-US" sz="1200" err="1">
                <a:ea typeface="+mn-lt"/>
                <a:cs typeface="+mn-lt"/>
              </a:rPr>
              <a:t>vorzugsweise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mit</a:t>
            </a:r>
            <a:r>
              <a:rPr lang="en-US" sz="1200">
                <a:ea typeface="+mn-lt"/>
                <a:cs typeface="+mn-lt"/>
              </a:rPr>
              <a:t> Playwright   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- </a:t>
            </a:r>
            <a:r>
              <a:rPr lang="en-US" sz="1200" err="1">
                <a:ea typeface="+mn-lt"/>
                <a:cs typeface="+mn-lt"/>
              </a:rPr>
              <a:t>Erstelle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gegebenenfalls</a:t>
            </a:r>
            <a:r>
              <a:rPr lang="en-US" sz="1200">
                <a:ea typeface="+mn-lt"/>
                <a:cs typeface="+mn-lt"/>
              </a:rPr>
              <a:t> Load-Tests  </a:t>
            </a:r>
            <a:endParaRPr lang="en-US" sz="1200"/>
          </a:p>
          <a:p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286609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3AEA-CCAD-EFE2-B6A7-FA7F5C1D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Prompts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EE835-305C-BCA4-A828-8CC8D4EDE424}"/>
              </a:ext>
            </a:extLst>
          </p:cNvPr>
          <p:cNvSpPr txBox="1"/>
          <p:nvPr/>
        </p:nvSpPr>
        <p:spPr>
          <a:xfrm>
            <a:off x="910166" y="1689262"/>
            <a:ext cx="6148916" cy="4383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err="1"/>
              <a:t>Anforderungen</a:t>
            </a:r>
            <a:r>
              <a:rPr lang="en-US" sz="1200"/>
              <a:t> and Test und Code </a:t>
            </a:r>
            <a:r>
              <a:rPr lang="en-US" sz="1200" err="1"/>
              <a:t>Qualität</a:t>
            </a:r>
            <a:r>
              <a:rPr lang="en-US" sz="1200"/>
              <a:t>:  </a:t>
            </a:r>
          </a:p>
          <a:p>
            <a:r>
              <a:rPr lang="en-US" sz="1200"/>
              <a:t>- </a:t>
            </a:r>
            <a:r>
              <a:rPr lang="en-US" sz="1200" err="1"/>
              <a:t>Berücksichtige</a:t>
            </a:r>
            <a:r>
              <a:rPr lang="en-US" sz="1200"/>
              <a:t> </a:t>
            </a:r>
            <a:r>
              <a:rPr lang="en-US" sz="1200" err="1"/>
              <a:t>normale</a:t>
            </a:r>
            <a:r>
              <a:rPr lang="en-US" sz="1200"/>
              <a:t> </a:t>
            </a:r>
            <a:r>
              <a:rPr lang="en-US" sz="1200" err="1"/>
              <a:t>Anwendungsfälle</a:t>
            </a:r>
            <a:r>
              <a:rPr lang="en-US" sz="1200"/>
              <a:t>, </a:t>
            </a:r>
            <a:r>
              <a:rPr lang="en-US" sz="1200" err="1"/>
              <a:t>Randfälle</a:t>
            </a:r>
            <a:r>
              <a:rPr lang="en-US" sz="1200"/>
              <a:t>, </a:t>
            </a:r>
            <a:r>
              <a:rPr lang="en-US" sz="1200" err="1"/>
              <a:t>Fehleingaben</a:t>
            </a:r>
            <a:r>
              <a:rPr lang="en-US" sz="1200"/>
              <a:t> </a:t>
            </a:r>
            <a:r>
              <a:rPr lang="en-US" sz="1200" err="1"/>
              <a:t>durch</a:t>
            </a:r>
            <a:r>
              <a:rPr lang="en-US" sz="1200"/>
              <a:t> den User und Exceptions  </a:t>
            </a:r>
          </a:p>
          <a:p>
            <a:r>
              <a:rPr lang="en-US" sz="1200"/>
              <a:t>- </a:t>
            </a:r>
            <a:r>
              <a:rPr lang="en-US" sz="1200" err="1"/>
              <a:t>Verwende</a:t>
            </a:r>
            <a:r>
              <a:rPr lang="en-US" sz="1200"/>
              <a:t> Mocks </a:t>
            </a:r>
            <a:r>
              <a:rPr lang="en-US" sz="1200" err="1"/>
              <a:t>nur</a:t>
            </a:r>
            <a:r>
              <a:rPr lang="en-US" sz="1200"/>
              <a:t> </a:t>
            </a:r>
            <a:r>
              <a:rPr lang="en-US" sz="1200" err="1"/>
              <a:t>dort</a:t>
            </a:r>
            <a:r>
              <a:rPr lang="en-US" sz="1200"/>
              <a:t>, wo </a:t>
            </a:r>
            <a:r>
              <a:rPr lang="en-US" sz="1200" err="1"/>
              <a:t>sie</a:t>
            </a:r>
            <a:r>
              <a:rPr lang="en-US" sz="1200"/>
              <a:t> </a:t>
            </a:r>
            <a:r>
              <a:rPr lang="en-US" sz="1200" err="1"/>
              <a:t>notwendig</a:t>
            </a:r>
            <a:r>
              <a:rPr lang="en-US" sz="1200"/>
              <a:t> </a:t>
            </a:r>
            <a:r>
              <a:rPr lang="en-US" sz="1200" err="1"/>
              <a:t>sind</a:t>
            </a:r>
            <a:r>
              <a:rPr lang="en-US" sz="1200"/>
              <a:t>.  </a:t>
            </a:r>
          </a:p>
          <a:p>
            <a:r>
              <a:rPr lang="en-US" sz="1200"/>
              <a:t>- </a:t>
            </a:r>
            <a:r>
              <a:rPr lang="en-US" sz="1200" err="1"/>
              <a:t>Vermeide</a:t>
            </a:r>
            <a:r>
              <a:rPr lang="en-US" sz="1200"/>
              <a:t> fragile </a:t>
            </a:r>
            <a:r>
              <a:rPr lang="en-US" sz="1200" err="1"/>
              <a:t>oder</a:t>
            </a:r>
            <a:r>
              <a:rPr lang="en-US" sz="1200"/>
              <a:t> </a:t>
            </a:r>
            <a:r>
              <a:rPr lang="en-US" sz="1200" err="1"/>
              <a:t>übermäßig</a:t>
            </a:r>
            <a:r>
              <a:rPr lang="en-US" sz="1200"/>
              <a:t> </a:t>
            </a:r>
            <a:r>
              <a:rPr lang="en-US" sz="1200" err="1"/>
              <a:t>implementierungsabhängige</a:t>
            </a:r>
            <a:r>
              <a:rPr lang="en-US" sz="1200"/>
              <a:t> Tests.  </a:t>
            </a:r>
          </a:p>
          <a:p>
            <a:r>
              <a:rPr lang="en-US" sz="1200"/>
              <a:t>- </a:t>
            </a:r>
            <a:r>
              <a:rPr lang="en-US" sz="1200" err="1"/>
              <a:t>Achte</a:t>
            </a:r>
            <a:r>
              <a:rPr lang="en-US" sz="1200"/>
              <a:t> auf </a:t>
            </a:r>
            <a:r>
              <a:rPr lang="en-US" sz="1200" err="1"/>
              <a:t>gute</a:t>
            </a:r>
            <a:r>
              <a:rPr lang="en-US" sz="1200"/>
              <a:t> </a:t>
            </a:r>
            <a:r>
              <a:rPr lang="en-US" sz="1200" err="1"/>
              <a:t>Codequalität</a:t>
            </a:r>
            <a:r>
              <a:rPr lang="en-US" sz="1200"/>
              <a:t>  </a:t>
            </a:r>
          </a:p>
          <a:p>
            <a:r>
              <a:rPr lang="en-US" sz="1200"/>
              <a:t>- </a:t>
            </a:r>
            <a:r>
              <a:rPr lang="en-US" sz="1200" err="1"/>
              <a:t>Orientiere</a:t>
            </a:r>
            <a:r>
              <a:rPr lang="en-US" sz="1200"/>
              <a:t> dich an Best Practices des </a:t>
            </a:r>
            <a:r>
              <a:rPr lang="en-US" sz="1200" err="1"/>
              <a:t>verwendeten</a:t>
            </a:r>
            <a:r>
              <a:rPr lang="en-US" sz="1200"/>
              <a:t> Frameworks.  </a:t>
            </a:r>
          </a:p>
          <a:p>
            <a:r>
              <a:rPr lang="en-US" sz="1200"/>
              <a:t>- Testfälle </a:t>
            </a:r>
            <a:r>
              <a:rPr lang="en-US" sz="1200" err="1"/>
              <a:t>müssen</a:t>
            </a:r>
            <a:r>
              <a:rPr lang="en-US" sz="1200"/>
              <a:t> </a:t>
            </a:r>
            <a:r>
              <a:rPr lang="en-US" sz="1200" err="1"/>
              <a:t>sinnvoll</a:t>
            </a:r>
            <a:r>
              <a:rPr lang="en-US" sz="1200"/>
              <a:t> </a:t>
            </a:r>
            <a:r>
              <a:rPr lang="en-US" sz="1200" err="1"/>
              <a:t>bennant</a:t>
            </a:r>
            <a:r>
              <a:rPr lang="en-US" sz="1200"/>
              <a:t> sein, um </a:t>
            </a:r>
            <a:r>
              <a:rPr lang="en-US" sz="1200" err="1"/>
              <a:t>sofort</a:t>
            </a:r>
            <a:r>
              <a:rPr lang="en-US" sz="1200"/>
              <a:t> </a:t>
            </a:r>
            <a:r>
              <a:rPr lang="en-US" sz="1200" err="1"/>
              <a:t>erkennen</a:t>
            </a:r>
            <a:r>
              <a:rPr lang="en-US" sz="1200"/>
              <a:t> </a:t>
            </a:r>
            <a:r>
              <a:rPr lang="en-US" sz="1200" err="1"/>
              <a:t>zu</a:t>
            </a:r>
            <a:r>
              <a:rPr lang="en-US" sz="1200"/>
              <a:t> </a:t>
            </a:r>
            <a:r>
              <a:rPr lang="en-US" sz="1200" err="1"/>
              <a:t>können</a:t>
            </a:r>
            <a:r>
              <a:rPr lang="en-US" sz="1200"/>
              <a:t> was </a:t>
            </a:r>
            <a:r>
              <a:rPr lang="en-US" sz="1200" err="1"/>
              <a:t>getestet</a:t>
            </a:r>
            <a:r>
              <a:rPr lang="en-US" sz="1200"/>
              <a:t> </a:t>
            </a:r>
            <a:r>
              <a:rPr lang="en-US" sz="1200" err="1"/>
              <a:t>wurde</a:t>
            </a:r>
            <a:r>
              <a:rPr lang="en-US" sz="1200"/>
              <a:t>.  </a:t>
            </a:r>
          </a:p>
          <a:p>
            <a:r>
              <a:rPr lang="en-US" sz="1200"/>
              <a:t>- </a:t>
            </a:r>
            <a:r>
              <a:rPr lang="en-US" sz="1200" err="1"/>
              <a:t>Vermeide</a:t>
            </a:r>
            <a:r>
              <a:rPr lang="en-US" sz="1200"/>
              <a:t> </a:t>
            </a:r>
            <a:r>
              <a:rPr lang="en-US" sz="1200" err="1"/>
              <a:t>reduntante</a:t>
            </a:r>
            <a:r>
              <a:rPr lang="en-US" sz="1200"/>
              <a:t> </a:t>
            </a:r>
            <a:r>
              <a:rPr lang="en-US" sz="1200" err="1"/>
              <a:t>Testfälle</a:t>
            </a:r>
            <a:r>
              <a:rPr lang="en-US" sz="1200"/>
              <a:t>  </a:t>
            </a:r>
          </a:p>
          <a:p>
            <a:endParaRPr lang="en-US" sz="1200"/>
          </a:p>
          <a:p>
            <a:r>
              <a:rPr lang="en-US" sz="1200" err="1"/>
              <a:t>Ergebnisse</a:t>
            </a:r>
            <a:r>
              <a:rPr lang="en-US" sz="1200"/>
              <a:t>:  </a:t>
            </a:r>
          </a:p>
          <a:p>
            <a:r>
              <a:rPr lang="en-US" sz="1200"/>
              <a:t>- </a:t>
            </a:r>
            <a:r>
              <a:rPr lang="en-US" sz="1200" err="1"/>
              <a:t>Vollständig</a:t>
            </a:r>
            <a:r>
              <a:rPr lang="en-US" sz="1200"/>
              <a:t> </a:t>
            </a:r>
            <a:r>
              <a:rPr lang="en-US" sz="1200" err="1"/>
              <a:t>implementierte</a:t>
            </a:r>
            <a:r>
              <a:rPr lang="en-US" sz="1200"/>
              <a:t> und </a:t>
            </a:r>
            <a:r>
              <a:rPr lang="en-US" sz="1200" err="1"/>
              <a:t>lauffähige</a:t>
            </a:r>
            <a:r>
              <a:rPr lang="en-US" sz="1200"/>
              <a:t> </a:t>
            </a:r>
            <a:r>
              <a:rPr lang="en-US" sz="1200" err="1"/>
              <a:t>Testssuite</a:t>
            </a:r>
            <a:r>
              <a:rPr lang="en-US" sz="1200"/>
              <a:t> </a:t>
            </a:r>
            <a:r>
              <a:rPr lang="en-US" sz="1200" err="1"/>
              <a:t>inkl</a:t>
            </a:r>
            <a:r>
              <a:rPr lang="en-US" sz="1200"/>
              <a:t>. </a:t>
            </a:r>
            <a:r>
              <a:rPr lang="en-US" sz="1200" err="1"/>
              <a:t>implementierung</a:t>
            </a:r>
            <a:r>
              <a:rPr lang="en-US" sz="1200"/>
              <a:t> alle </a:t>
            </a:r>
            <a:r>
              <a:rPr lang="en-US" sz="1200" err="1"/>
              <a:t>Abhängigkeiten</a:t>
            </a:r>
            <a:r>
              <a:rPr lang="en-US" sz="1200"/>
              <a:t> für die </a:t>
            </a:r>
            <a:r>
              <a:rPr lang="en-US" sz="1200" err="1"/>
              <a:t>verwendeten</a:t>
            </a:r>
            <a:r>
              <a:rPr lang="en-US" sz="1200"/>
              <a:t> </a:t>
            </a:r>
            <a:r>
              <a:rPr lang="en-US" sz="1200" err="1"/>
              <a:t>Testframeworks</a:t>
            </a:r>
            <a:endParaRPr lang="en-US" sz="1200"/>
          </a:p>
          <a:p>
            <a:r>
              <a:rPr lang="en-US" sz="1200"/>
              <a:t>- </a:t>
            </a:r>
            <a:r>
              <a:rPr lang="en-US" sz="1200" err="1"/>
              <a:t>Übersicht</a:t>
            </a:r>
            <a:r>
              <a:rPr lang="en-US" sz="1200"/>
              <a:t> </a:t>
            </a:r>
            <a:r>
              <a:rPr lang="en-US" sz="1200" err="1"/>
              <a:t>aller</a:t>
            </a:r>
            <a:r>
              <a:rPr lang="en-US" sz="1200"/>
              <a:t> </a:t>
            </a:r>
            <a:r>
              <a:rPr lang="en-US" sz="1200" err="1"/>
              <a:t>implementieren</a:t>
            </a:r>
            <a:r>
              <a:rPr lang="en-US" sz="1200"/>
              <a:t> </a:t>
            </a:r>
            <a:r>
              <a:rPr lang="en-US" sz="1200" err="1"/>
              <a:t>Testfälle</a:t>
            </a:r>
            <a:r>
              <a:rPr lang="en-US" sz="1200"/>
              <a:t> </a:t>
            </a:r>
            <a:r>
              <a:rPr lang="en-US" sz="1200" err="1"/>
              <a:t>inkl</a:t>
            </a:r>
            <a:r>
              <a:rPr lang="en-US" sz="1200"/>
              <a:t>. </a:t>
            </a:r>
            <a:r>
              <a:rPr lang="en-US" sz="1200" err="1"/>
              <a:t>Beschreibung</a:t>
            </a:r>
            <a:r>
              <a:rPr lang="en-US" sz="1200"/>
              <a:t>  </a:t>
            </a:r>
          </a:p>
          <a:p>
            <a:r>
              <a:rPr lang="en-US" sz="1200"/>
              <a:t>- </a:t>
            </a:r>
            <a:r>
              <a:rPr lang="en-US" sz="1200" err="1"/>
              <a:t>Zeige</a:t>
            </a:r>
            <a:r>
              <a:rPr lang="en-US" sz="1200"/>
              <a:t> </a:t>
            </a:r>
            <a:r>
              <a:rPr lang="en-US" sz="1200" err="1"/>
              <a:t>eine</a:t>
            </a:r>
            <a:r>
              <a:rPr lang="en-US" sz="1200"/>
              <a:t> </a:t>
            </a:r>
            <a:r>
              <a:rPr lang="en-US" sz="1200" err="1"/>
              <a:t>kurze</a:t>
            </a:r>
            <a:r>
              <a:rPr lang="en-US" sz="1200"/>
              <a:t> </a:t>
            </a:r>
            <a:r>
              <a:rPr lang="en-US" sz="1200" err="1"/>
              <a:t>Projektanalyse</a:t>
            </a:r>
            <a:r>
              <a:rPr lang="en-US" sz="1200"/>
              <a:t>  </a:t>
            </a:r>
          </a:p>
          <a:p>
            <a:r>
              <a:rPr lang="en-US" sz="1200"/>
              <a:t>- </a:t>
            </a:r>
            <a:r>
              <a:rPr lang="en-US" sz="1200" err="1"/>
              <a:t>Dokumentiere</a:t>
            </a:r>
            <a:r>
              <a:rPr lang="en-US" sz="1200"/>
              <a:t> </a:t>
            </a:r>
            <a:r>
              <a:rPr lang="en-US" sz="1200" err="1"/>
              <a:t>potenzielle</a:t>
            </a:r>
            <a:r>
              <a:rPr lang="en-US" sz="1200"/>
              <a:t> </a:t>
            </a:r>
            <a:r>
              <a:rPr lang="en-US" sz="1200" err="1"/>
              <a:t>Schwachstellen</a:t>
            </a:r>
            <a:r>
              <a:rPr lang="en-US" sz="1200"/>
              <a:t> </a:t>
            </a:r>
            <a:r>
              <a:rPr lang="en-US" sz="1200" err="1"/>
              <a:t>im</a:t>
            </a:r>
            <a:r>
              <a:rPr lang="en-US" sz="1200"/>
              <a:t> </a:t>
            </a:r>
            <a:r>
              <a:rPr lang="en-US" sz="1200" err="1"/>
              <a:t>bestehenden</a:t>
            </a:r>
            <a:r>
              <a:rPr lang="en-US" sz="1200"/>
              <a:t> Code  </a:t>
            </a:r>
          </a:p>
          <a:p>
            <a:r>
              <a:rPr lang="en-US" sz="1200"/>
              <a:t>- Schlage </a:t>
            </a:r>
            <a:r>
              <a:rPr lang="en-US" sz="1200" err="1"/>
              <a:t>Refactorings</a:t>
            </a:r>
            <a:r>
              <a:rPr lang="en-US" sz="1200"/>
              <a:t> </a:t>
            </a:r>
            <a:r>
              <a:rPr lang="en-US" sz="1200" err="1"/>
              <a:t>vor</a:t>
            </a:r>
            <a:r>
              <a:rPr lang="en-US" sz="1200"/>
              <a:t>, </a:t>
            </a:r>
            <a:r>
              <a:rPr lang="en-US" sz="1200" err="1"/>
              <a:t>wenn</a:t>
            </a:r>
            <a:r>
              <a:rPr lang="en-US" sz="1200"/>
              <a:t> die </a:t>
            </a:r>
            <a:r>
              <a:rPr lang="en-US" sz="1200" err="1"/>
              <a:t>Testbarkeit</a:t>
            </a:r>
            <a:r>
              <a:rPr lang="en-US" sz="1200"/>
              <a:t> </a:t>
            </a:r>
            <a:r>
              <a:rPr lang="en-US" sz="1200" err="1"/>
              <a:t>eingeschränkt</a:t>
            </a:r>
            <a:r>
              <a:rPr lang="en-US" sz="1200"/>
              <a:t> </a:t>
            </a:r>
            <a:r>
              <a:rPr lang="en-US" sz="1200" err="1"/>
              <a:t>ist</a:t>
            </a:r>
            <a:r>
              <a:rPr lang="en-US" sz="1200"/>
              <a:t>  </a:t>
            </a:r>
          </a:p>
          <a:p>
            <a:r>
              <a:rPr lang="en-US" sz="1200"/>
              <a:t>- </a:t>
            </a:r>
            <a:r>
              <a:rPr lang="en-US" sz="1200" err="1"/>
              <a:t>Testfall</a:t>
            </a:r>
            <a:r>
              <a:rPr lang="en-US" sz="1200"/>
              <a:t>-Matrix  </a:t>
            </a:r>
          </a:p>
          <a:p>
            <a:r>
              <a:rPr lang="en-US" sz="1200"/>
              <a:t>- </a:t>
            </a:r>
            <a:r>
              <a:rPr lang="en-US" sz="1200" err="1"/>
              <a:t>Teststrategie</a:t>
            </a:r>
            <a:r>
              <a:rPr lang="en-US" sz="1200"/>
              <a:t>  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08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06E90-FC5E-FAAD-AE62-1A0701D0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Code Coverage &amp; </a:t>
            </a:r>
            <a:r>
              <a:rPr lang="de-AT" err="1"/>
              <a:t>Pa</a:t>
            </a:r>
            <a:r>
              <a:rPr lang="de-AT"/>
              <a:t>ss Rate</a:t>
            </a:r>
            <a:endParaRPr lang="de-AT" dirty="0"/>
          </a:p>
        </p:txBody>
      </p:sp>
      <p:graphicFrame>
        <p:nvGraphicFramePr>
          <p:cNvPr id="4" name="Diagramm 1">
            <a:extLst>
              <a:ext uri="{FF2B5EF4-FFF2-40B4-BE49-F238E27FC236}">
                <a16:creationId xmlns:a16="http://schemas.microsoft.com/office/drawing/2014/main" id="{8C3BEEDD-DB27-7FCB-99EE-449095723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242400"/>
              </p:ext>
            </p:extLst>
          </p:nvPr>
        </p:nvGraphicFramePr>
        <p:xfrm>
          <a:off x="245" y="1696182"/>
          <a:ext cx="12191999" cy="5146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514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0EA8B-F0DE-6066-4E1A-AE534C27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Anzahl Tests</a:t>
            </a:r>
            <a:endParaRPr lang="de-AT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6B77B3D-2953-BBD9-0FA6-898F10201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615" y="1239471"/>
            <a:ext cx="10120002" cy="5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22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2D7C22-A702-F7DD-6E9A-33F9C7C6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Qualitative Metriken</a:t>
            </a:r>
            <a:endParaRPr lang="de-AT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436AF6-4B6D-8B10-E5AF-6BDD73E7B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687" y="2403049"/>
            <a:ext cx="12197373" cy="232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0F7D0-65E3-2A39-6C88-9A6343A8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8FD28-2CFE-C38C-220A-C51F2CFDF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Gemini </a:t>
            </a:r>
            <a:r>
              <a:rPr lang="de-AT" dirty="0"/>
              <a:t>und </a:t>
            </a:r>
            <a:r>
              <a:rPr lang="de-AT"/>
              <a:t>Claude mit Prompt 5 eindeutig, meisten Tests, beste Qualität, Statistiken sprechen dafür</a:t>
            </a:r>
          </a:p>
          <a:p>
            <a:r>
              <a:rPr lang="de-AT"/>
              <a:t>Codex überraschenderweise prompt 3, (ähnlich gut wie 5, aber mit deutlich weniger </a:t>
            </a:r>
            <a:r>
              <a:rPr lang="de-AT" err="1"/>
              <a:t>anweisung</a:t>
            </a:r>
            <a:r>
              <a:rPr lang="de-AT"/>
              <a:t> besseres Ergebnis geliefert, somit hat er hier den prompt übererfüllt, was durchaus gut ist, richtige </a:t>
            </a:r>
            <a:r>
              <a:rPr lang="de-AT" err="1"/>
              <a:t>Richtugn</a:t>
            </a:r>
            <a:r>
              <a:rPr lang="de-AT"/>
              <a:t> geht)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26602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111D-B2D9-747A-1385-490C8216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Aptos"/>
              </a:rPr>
              <a:t>Claude – Fazit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ABB3-5311-E292-B8BC-D9EE5F1A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Sieger: Prompt 5 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Höchste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Anzahl</a:t>
            </a:r>
            <a:r>
              <a:rPr lang="en-US" dirty="0">
                <a:ea typeface="+mn-lt"/>
                <a:cs typeface="+mn-lt"/>
              </a:rPr>
              <a:t> an Tests (</a:t>
            </a:r>
            <a:r>
              <a:rPr lang="en-US" b="1" dirty="0">
                <a:ea typeface="+mn-lt"/>
                <a:cs typeface="+mn-lt"/>
              </a:rPr>
              <a:t>103 Tests</a:t>
            </a:r>
            <a:r>
              <a:rPr lang="en-US" dirty="0">
                <a:ea typeface="+mn-lt"/>
                <a:cs typeface="+mn-lt"/>
              </a:rPr>
              <a:t>) </a:t>
            </a:r>
          </a:p>
          <a:p>
            <a:r>
              <a:rPr lang="en-US" dirty="0">
                <a:ea typeface="+mn-lt"/>
                <a:cs typeface="+mn-lt"/>
              </a:rPr>
              <a:t>Hohe Code Coverage (</a:t>
            </a:r>
            <a:r>
              <a:rPr lang="en-US" b="1" dirty="0">
                <a:ea typeface="+mn-lt"/>
                <a:cs typeface="+mn-lt"/>
              </a:rPr>
              <a:t>98,80 %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bei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einer</a:t>
            </a:r>
            <a:r>
              <a:rPr lang="en-US" dirty="0">
                <a:ea typeface="+mn-lt"/>
                <a:cs typeface="+mn-lt"/>
              </a:rPr>
              <a:t> Pass Rate von </a:t>
            </a:r>
            <a:r>
              <a:rPr lang="en-US" b="1" dirty="0">
                <a:ea typeface="+mn-lt"/>
                <a:cs typeface="+mn-lt"/>
              </a:rPr>
              <a:t>100 %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Deutliche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Qualitätssteigerung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zunehmender</a:t>
            </a:r>
            <a:r>
              <a:rPr lang="en-US" dirty="0">
                <a:ea typeface="+mn-lt"/>
                <a:cs typeface="+mn-lt"/>
              </a:rPr>
              <a:t> Prompt-</a:t>
            </a:r>
            <a:r>
              <a:rPr lang="en-US" dirty="0" err="1">
                <a:ea typeface="+mn-lt"/>
                <a:cs typeface="+mn-lt"/>
              </a:rPr>
              <a:t>Komplexität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erkennbar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Claude </a:t>
            </a:r>
            <a:r>
              <a:rPr lang="en-US" dirty="0" err="1">
                <a:ea typeface="+mn-lt"/>
                <a:cs typeface="+mn-lt"/>
              </a:rPr>
              <a:t>profitiert</a:t>
            </a:r>
            <a:r>
              <a:rPr lang="en-US" dirty="0">
                <a:ea typeface="+mn-lt"/>
                <a:cs typeface="+mn-lt"/>
              </a:rPr>
              <a:t> stark von </a:t>
            </a:r>
            <a:r>
              <a:rPr lang="en-US" dirty="0" err="1">
                <a:ea typeface="+mn-lt"/>
                <a:cs typeface="+mn-lt"/>
              </a:rPr>
              <a:t>detaillierten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Anweisungen</a:t>
            </a:r>
            <a:r>
              <a:rPr lang="en-US" dirty="0">
                <a:ea typeface="+mn-lt"/>
                <a:cs typeface="+mn-lt"/>
              </a:rPr>
              <a:t> und </a:t>
            </a:r>
            <a:r>
              <a:rPr lang="en-US" dirty="0" err="1">
                <a:ea typeface="+mn-lt"/>
                <a:cs typeface="+mn-lt"/>
              </a:rPr>
              <a:t>liefert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mit</a:t>
            </a:r>
            <a:r>
              <a:rPr lang="en-US" dirty="0">
                <a:ea typeface="+mn-lt"/>
                <a:cs typeface="+mn-lt"/>
              </a:rPr>
              <a:t> Prompt 5 die </a:t>
            </a:r>
            <a:r>
              <a:rPr lang="en-US" dirty="0" err="1">
                <a:ea typeface="+mn-lt"/>
                <a:cs typeface="+mn-lt"/>
              </a:rPr>
              <a:t>insgesamt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vollständigste</a:t>
            </a:r>
            <a:r>
              <a:rPr lang="en-US" dirty="0">
                <a:ea typeface="+mn-lt"/>
                <a:cs typeface="+mn-lt"/>
              </a:rPr>
              <a:t> und </a:t>
            </a:r>
            <a:r>
              <a:rPr lang="en-US" dirty="0" err="1">
                <a:ea typeface="+mn-lt"/>
                <a:cs typeface="+mn-lt"/>
              </a:rPr>
              <a:t>qualitativ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hochwertigste</a:t>
            </a:r>
            <a:r>
              <a:rPr lang="en-US" dirty="0">
                <a:ea typeface="+mn-lt"/>
                <a:cs typeface="+mn-lt"/>
              </a:rPr>
              <a:t> Test-Suite.</a:t>
            </a:r>
            <a:endParaRPr lang="en-US" dirty="0"/>
          </a:p>
          <a:p>
            <a:endParaRPr lang="en-US" dirty="0"/>
          </a:p>
        </p:txBody>
      </p:sp>
      <p:pic>
        <p:nvPicPr>
          <p:cNvPr id="4" name="Grafik 3" descr="Claude Code Free SVG, PNG, and vecto... · LobeHub">
            <a:extLst>
              <a:ext uri="{FF2B5EF4-FFF2-40B4-BE49-F238E27FC236}">
                <a16:creationId xmlns:a16="http://schemas.microsoft.com/office/drawing/2014/main" id="{7DE55C1B-BDF6-3D90-8D23-D5BE04ABA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754" y="299883"/>
            <a:ext cx="1456046" cy="145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37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3506-B60F-4E46-FE52-8B10013B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Codex – </a:t>
            </a:r>
            <a:r>
              <a:rPr lang="en-US" b="1" err="1">
                <a:latin typeface="Aptos"/>
              </a:rPr>
              <a:t>Fazit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05B5-7647-7BC8-8D9F-14573FD6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 err="1">
                <a:ea typeface="+mn-lt"/>
                <a:cs typeface="+mn-lt"/>
              </a:rPr>
              <a:t>Überraschender</a:t>
            </a:r>
            <a:r>
              <a:rPr lang="en-US" b="1" dirty="0">
                <a:ea typeface="+mn-lt"/>
                <a:cs typeface="+mn-lt"/>
              </a:rPr>
              <a:t> Sieger: Prompt 3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100 % Code Coverage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Sehr </a:t>
            </a:r>
            <a:r>
              <a:rPr lang="en-US" dirty="0" err="1">
                <a:ea typeface="+mn-lt"/>
                <a:cs typeface="+mn-lt"/>
              </a:rPr>
              <a:t>gute</a:t>
            </a:r>
            <a:r>
              <a:rPr lang="en-US" dirty="0">
                <a:ea typeface="+mn-lt"/>
                <a:cs typeface="+mn-lt"/>
              </a:rPr>
              <a:t> qualitative </a:t>
            </a:r>
            <a:r>
              <a:rPr lang="en-US" dirty="0" err="1">
                <a:ea typeface="+mn-lt"/>
                <a:cs typeface="+mn-lt"/>
              </a:rPr>
              <a:t>Bewertung</a:t>
            </a:r>
            <a:r>
              <a:rPr lang="en-US" dirty="0">
                <a:ea typeface="+mn-lt"/>
                <a:cs typeface="+mn-lt"/>
              </a:rPr>
              <a:t> (Note </a:t>
            </a:r>
            <a:r>
              <a:rPr lang="en-US" b="1" dirty="0">
                <a:ea typeface="+mn-lt"/>
                <a:cs typeface="+mn-lt"/>
              </a:rPr>
              <a:t>1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sowie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starke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Testrelevanz</a:t>
            </a:r>
            <a:r>
              <a:rPr lang="en-US" dirty="0">
                <a:ea typeface="+mn-lt"/>
                <a:cs typeface="+mn-lt"/>
              </a:rPr>
              <a:t> (Note </a:t>
            </a:r>
            <a:r>
              <a:rPr lang="en-US" b="1" dirty="0">
                <a:ea typeface="+mn-lt"/>
                <a:cs typeface="+mn-lt"/>
              </a:rPr>
              <a:t>2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Mit </a:t>
            </a:r>
            <a:r>
              <a:rPr lang="en-US" dirty="0" err="1">
                <a:ea typeface="+mn-lt"/>
                <a:cs typeface="+mn-lt"/>
              </a:rPr>
              <a:t>nur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14 Tests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wesentlich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kompaktere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Lösung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als</a:t>
            </a:r>
            <a:r>
              <a:rPr lang="en-US" dirty="0">
                <a:ea typeface="+mn-lt"/>
                <a:cs typeface="+mn-lt"/>
              </a:rPr>
              <a:t> Claude Prompt 5 (</a:t>
            </a:r>
            <a:r>
              <a:rPr lang="en-US" b="1" dirty="0">
                <a:ea typeface="+mn-lt"/>
                <a:cs typeface="+mn-lt"/>
              </a:rPr>
              <a:t>103 Tests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Fazit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Codex </a:t>
            </a:r>
            <a:r>
              <a:rPr lang="en-US" dirty="0" err="1">
                <a:ea typeface="+mn-lt"/>
                <a:cs typeface="+mn-lt"/>
              </a:rPr>
              <a:t>zeigt</a:t>
            </a:r>
            <a:r>
              <a:rPr lang="en-US" dirty="0">
                <a:ea typeface="+mn-lt"/>
                <a:cs typeface="+mn-lt"/>
              </a:rPr>
              <a:t> die </a:t>
            </a:r>
            <a:r>
              <a:rPr lang="en-US" dirty="0" err="1">
                <a:ea typeface="+mn-lt"/>
                <a:cs typeface="+mn-lt"/>
              </a:rPr>
              <a:t>höchste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Effizienz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aller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getesteten</a:t>
            </a:r>
            <a:r>
              <a:rPr lang="en-US" dirty="0">
                <a:ea typeface="+mn-lt"/>
                <a:cs typeface="+mn-lt"/>
              </a:rPr>
              <a:t> Modelle. </a:t>
            </a:r>
            <a:r>
              <a:rPr lang="en-US" dirty="0" err="1">
                <a:ea typeface="+mn-lt"/>
                <a:cs typeface="+mn-lt"/>
              </a:rPr>
              <a:t>Bereits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einem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mittleren</a:t>
            </a:r>
            <a:r>
              <a:rPr lang="en-US" dirty="0">
                <a:ea typeface="+mn-lt"/>
                <a:cs typeface="+mn-lt"/>
              </a:rPr>
              <a:t> Prompt </a:t>
            </a:r>
            <a:r>
              <a:rPr lang="en-US" dirty="0" err="1">
                <a:ea typeface="+mn-lt"/>
                <a:cs typeface="+mn-lt"/>
              </a:rPr>
              <a:t>werden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Ergebnisse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erzielt</a:t>
            </a:r>
            <a:r>
              <a:rPr lang="en-US" dirty="0">
                <a:ea typeface="+mn-lt"/>
                <a:cs typeface="+mn-lt"/>
              </a:rPr>
              <a:t>, die </a:t>
            </a:r>
            <a:r>
              <a:rPr lang="en-US" dirty="0" err="1">
                <a:ea typeface="+mn-lt"/>
                <a:cs typeface="+mn-lt"/>
              </a:rPr>
              <a:t>mit</a:t>
            </a:r>
            <a:r>
              <a:rPr lang="en-US" dirty="0">
                <a:ea typeface="+mn-lt"/>
                <a:cs typeface="+mn-lt"/>
              </a:rPr>
              <a:t> den </a:t>
            </a:r>
            <a:r>
              <a:rPr lang="en-US" dirty="0" err="1">
                <a:ea typeface="+mn-lt"/>
                <a:cs typeface="+mn-lt"/>
              </a:rPr>
              <a:t>besten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Resultaten</a:t>
            </a:r>
            <a:r>
              <a:rPr lang="en-US" dirty="0">
                <a:ea typeface="+mn-lt"/>
                <a:cs typeface="+mn-lt"/>
              </a:rPr>
              <a:t> der </a:t>
            </a:r>
            <a:r>
              <a:rPr lang="en-US" dirty="0" err="1">
                <a:ea typeface="+mn-lt"/>
                <a:cs typeface="+mn-lt"/>
              </a:rPr>
              <a:t>umfangreichsten</a:t>
            </a:r>
            <a:r>
              <a:rPr lang="en-US" dirty="0">
                <a:ea typeface="+mn-lt"/>
                <a:cs typeface="+mn-lt"/>
              </a:rPr>
              <a:t> Prompts </a:t>
            </a:r>
            <a:r>
              <a:rPr lang="en-US" dirty="0" err="1">
                <a:ea typeface="+mn-lt"/>
                <a:cs typeface="+mn-lt"/>
              </a:rPr>
              <a:t>konkurrieren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können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4" name="Grafik 3" descr="Codex (OpenAI) Free SVG, PNG, and ve... · LobeHub">
            <a:extLst>
              <a:ext uri="{FF2B5EF4-FFF2-40B4-BE49-F238E27FC236}">
                <a16:creationId xmlns:a16="http://schemas.microsoft.com/office/drawing/2014/main" id="{6EDA5362-A492-3B41-465C-5D59287C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546" y="415279"/>
            <a:ext cx="1225254" cy="122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73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062D-437D-36ED-E105-13A0D6D2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Gemini – </a:t>
            </a:r>
            <a:r>
              <a:rPr lang="en-US" b="1" err="1">
                <a:latin typeface="Aptos"/>
              </a:rPr>
              <a:t>Fazit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6FC1-D5E0-60E9-310B-7095CECF2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Sieger: Prompt 5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100 % Code Coverage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Kontinuierliche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Verbesserung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über</a:t>
            </a:r>
            <a:r>
              <a:rPr lang="en-US">
                <a:ea typeface="+mn-lt"/>
                <a:cs typeface="+mn-lt"/>
              </a:rPr>
              <a:t> die Prompt-</a:t>
            </a:r>
            <a:r>
              <a:rPr lang="en-US" err="1">
                <a:ea typeface="+mn-lt"/>
                <a:cs typeface="+mn-lt"/>
              </a:rPr>
              <a:t>Stufen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hinweg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sichtbar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Beste </a:t>
            </a:r>
            <a:r>
              <a:rPr lang="en-US" err="1">
                <a:ea typeface="+mn-lt"/>
                <a:cs typeface="+mn-lt"/>
              </a:rPr>
              <a:t>Bewertungen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Codequalität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Testrelevanz</a:t>
            </a:r>
            <a:r>
              <a:rPr lang="en-US">
                <a:ea typeface="+mn-lt"/>
                <a:cs typeface="+mn-lt"/>
              </a:rPr>
              <a:t> und </a:t>
            </a:r>
            <a:r>
              <a:rPr lang="en-US" err="1">
                <a:ea typeface="+mn-lt"/>
                <a:cs typeface="+mn-lt"/>
              </a:rPr>
              <a:t>Anforderungserfüllung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r>
              <a:rPr lang="en-US" b="1">
                <a:ea typeface="+mn-lt"/>
                <a:cs typeface="+mn-lt"/>
              </a:rPr>
              <a:t>Fazit:</a:t>
            </a:r>
            <a:r>
              <a:rPr lang="en-US">
                <a:ea typeface="+mn-lt"/>
                <a:cs typeface="+mn-lt"/>
              </a:rPr>
              <a:t> Gemini </a:t>
            </a:r>
            <a:r>
              <a:rPr lang="en-US" err="1">
                <a:ea typeface="+mn-lt"/>
                <a:cs typeface="+mn-lt"/>
              </a:rPr>
              <a:t>reagiert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sehr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positiv</a:t>
            </a:r>
            <a:r>
              <a:rPr lang="en-US">
                <a:ea typeface="+mn-lt"/>
                <a:cs typeface="+mn-lt"/>
              </a:rPr>
              <a:t> auf </a:t>
            </a:r>
            <a:r>
              <a:rPr lang="en-US" err="1">
                <a:ea typeface="+mn-lt"/>
                <a:cs typeface="+mn-lt"/>
              </a:rPr>
              <a:t>zusätzliche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Kontextinformationen</a:t>
            </a:r>
            <a:r>
              <a:rPr lang="en-US">
                <a:ea typeface="+mn-lt"/>
                <a:cs typeface="+mn-lt"/>
              </a:rPr>
              <a:t>. Mit </a:t>
            </a:r>
            <a:r>
              <a:rPr lang="en-US" err="1">
                <a:ea typeface="+mn-lt"/>
                <a:cs typeface="+mn-lt"/>
              </a:rPr>
              <a:t>zunehmender</a:t>
            </a:r>
            <a:r>
              <a:rPr lang="en-US">
                <a:ea typeface="+mn-lt"/>
                <a:cs typeface="+mn-lt"/>
              </a:rPr>
              <a:t> Prompt-</a:t>
            </a:r>
            <a:r>
              <a:rPr lang="en-US" err="1">
                <a:ea typeface="+mn-lt"/>
                <a:cs typeface="+mn-lt"/>
              </a:rPr>
              <a:t>Komplexität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steigen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sowohl</a:t>
            </a:r>
            <a:r>
              <a:rPr lang="en-US">
                <a:ea typeface="+mn-lt"/>
                <a:cs typeface="+mn-lt"/>
              </a:rPr>
              <a:t> die </a:t>
            </a:r>
            <a:r>
              <a:rPr lang="en-US" err="1">
                <a:ea typeface="+mn-lt"/>
                <a:cs typeface="+mn-lt"/>
              </a:rPr>
              <a:t>Anzahl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auch</a:t>
            </a:r>
            <a:r>
              <a:rPr lang="en-US">
                <a:ea typeface="+mn-lt"/>
                <a:cs typeface="+mn-lt"/>
              </a:rPr>
              <a:t> die </a:t>
            </a:r>
            <a:r>
              <a:rPr lang="en-US" err="1">
                <a:ea typeface="+mn-lt"/>
                <a:cs typeface="+mn-lt"/>
              </a:rPr>
              <a:t>Qualität</a:t>
            </a:r>
            <a:r>
              <a:rPr lang="en-US">
                <a:ea typeface="+mn-lt"/>
                <a:cs typeface="+mn-lt"/>
              </a:rPr>
              <a:t> der </a:t>
            </a:r>
            <a:r>
              <a:rPr lang="en-US" err="1">
                <a:ea typeface="+mn-lt"/>
                <a:cs typeface="+mn-lt"/>
              </a:rPr>
              <a:t>generierten</a:t>
            </a:r>
            <a:r>
              <a:rPr lang="en-US">
                <a:ea typeface="+mn-lt"/>
                <a:cs typeface="+mn-lt"/>
              </a:rPr>
              <a:t> Tests </a:t>
            </a:r>
            <a:r>
              <a:rPr lang="en-US" err="1">
                <a:ea typeface="+mn-lt"/>
                <a:cs typeface="+mn-lt"/>
              </a:rPr>
              <a:t>deutlich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  <p:pic>
        <p:nvPicPr>
          <p:cNvPr id="4" name="Grafik 3" descr="Google Antigravity (@antigravity) / Posts / X">
            <a:extLst>
              <a:ext uri="{FF2B5EF4-FFF2-40B4-BE49-F238E27FC236}">
                <a16:creationId xmlns:a16="http://schemas.microsoft.com/office/drawing/2014/main" id="{C9610CED-D828-6A19-53B5-8252EFF93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060" y="394885"/>
            <a:ext cx="1430740" cy="143074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48230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95CB0-09B0-9C59-650E-F4D025635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Gesamtfazit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B29797-FFE6-ABFD-DF95-266DBE5B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b="1" dirty="0">
                <a:ea typeface="+mn-lt"/>
                <a:cs typeface="+mn-lt"/>
              </a:rPr>
              <a:t>Claude:</a:t>
            </a:r>
            <a:r>
              <a:rPr lang="de-AT" dirty="0">
                <a:ea typeface="+mn-lt"/>
                <a:cs typeface="+mn-lt"/>
              </a:rPr>
              <a:t> umfangreichste und qualitativ stärkste Test-Suite (</a:t>
            </a:r>
            <a:r>
              <a:rPr lang="de-AT" b="1" dirty="0">
                <a:ea typeface="+mn-lt"/>
                <a:cs typeface="+mn-lt"/>
              </a:rPr>
              <a:t>103 Tests</a:t>
            </a:r>
            <a:r>
              <a:rPr lang="de-AT" dirty="0">
                <a:ea typeface="+mn-lt"/>
                <a:cs typeface="+mn-lt"/>
              </a:rPr>
              <a:t>, Bestnoten in allen qualitativen Kategorien). </a:t>
            </a:r>
          </a:p>
          <a:p>
            <a:endParaRPr lang="en-US" dirty="0"/>
          </a:p>
          <a:p>
            <a:r>
              <a:rPr lang="de-AT" b="1" dirty="0">
                <a:ea typeface="+mn-lt"/>
                <a:cs typeface="+mn-lt"/>
              </a:rPr>
              <a:t>Gemini: </a:t>
            </a:r>
            <a:r>
              <a:rPr lang="de-AT" dirty="0">
                <a:ea typeface="+mn-lt"/>
                <a:cs typeface="+mn-lt"/>
              </a:rPr>
              <a:t>ebenfalls Bestnoten und </a:t>
            </a:r>
            <a:r>
              <a:rPr lang="de-AT" b="1" dirty="0">
                <a:ea typeface="+mn-lt"/>
                <a:cs typeface="+mn-lt"/>
              </a:rPr>
              <a:t>100 % Coverage</a:t>
            </a:r>
            <a:endParaRPr lang="de-AT" dirty="0"/>
          </a:p>
          <a:p>
            <a:r>
              <a:rPr lang="de-AT" b="1" dirty="0">
                <a:ea typeface="+mn-lt"/>
                <a:cs typeface="+mn-lt"/>
              </a:rPr>
              <a:t>Codex</a:t>
            </a:r>
            <a:r>
              <a:rPr lang="de-AT" dirty="0">
                <a:ea typeface="+mn-lt"/>
                <a:cs typeface="+mn-lt"/>
              </a:rPr>
              <a:t>: </a:t>
            </a:r>
            <a:endParaRPr lang="de-AT" dirty="0"/>
          </a:p>
          <a:p>
            <a:pPr lvl="1"/>
            <a:r>
              <a:rPr lang="de-AT" b="1" dirty="0">
                <a:ea typeface="+mn-lt"/>
                <a:cs typeface="+mn-lt"/>
              </a:rPr>
              <a:t>100 % Coverage</a:t>
            </a:r>
            <a:r>
              <a:rPr lang="de-AT" dirty="0">
                <a:ea typeface="+mn-lt"/>
                <a:cs typeface="+mn-lt"/>
              </a:rPr>
              <a:t> </a:t>
            </a:r>
            <a:endParaRPr lang="de-AT" dirty="0"/>
          </a:p>
          <a:p>
            <a:pPr lvl="1"/>
            <a:r>
              <a:rPr lang="de-AT" dirty="0">
                <a:ea typeface="+mn-lt"/>
                <a:cs typeface="+mn-lt"/>
              </a:rPr>
              <a:t>Qualitativ mit weniger Kontext auf Augenhöhe mit den besten Prompts der anderen </a:t>
            </a:r>
            <a:endParaRPr lang="de-AT" dirty="0"/>
          </a:p>
          <a:p>
            <a:pPr marL="0" indent="0">
              <a:buNone/>
            </a:pPr>
            <a:r>
              <a:rPr lang="de-AT" dirty="0">
                <a:ea typeface="+mn-lt"/>
                <a:cs typeface="+mn-lt"/>
              </a:rPr>
              <a:t> </a:t>
            </a:r>
            <a:endParaRPr lang="de-AT" dirty="0"/>
          </a:p>
          <a:p>
            <a:endParaRPr lang="de-AT" dirty="0"/>
          </a:p>
        </p:txBody>
      </p:sp>
      <p:pic>
        <p:nvPicPr>
          <p:cNvPr id="4" name="Grafik 3" descr="Claude Code Free SVG, PNG, and vecto... · LobeHub">
            <a:extLst>
              <a:ext uri="{FF2B5EF4-FFF2-40B4-BE49-F238E27FC236}">
                <a16:creationId xmlns:a16="http://schemas.microsoft.com/office/drawing/2014/main" id="{6A4EFCF2-BA5F-8242-4021-B696A770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294" y="711639"/>
            <a:ext cx="1456046" cy="1456046"/>
          </a:xfrm>
          <a:prstGeom prst="rect">
            <a:avLst/>
          </a:prstGeom>
        </p:spPr>
      </p:pic>
      <p:pic>
        <p:nvPicPr>
          <p:cNvPr id="7" name="Grafik 6" descr="Datei:Royal Crown of Belgium (Heraldic).svg – Wikipedia">
            <a:extLst>
              <a:ext uri="{FF2B5EF4-FFF2-40B4-BE49-F238E27FC236}">
                <a16:creationId xmlns:a16="http://schemas.microsoft.com/office/drawing/2014/main" id="{3233C000-8EAE-48F1-279B-20E2DD147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294" y="0"/>
            <a:ext cx="1456046" cy="109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14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3327D-9A95-2E1B-261F-84A3B283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Kann man QA-Engineers kündigen?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C6E77D-5770-B74F-5B2D-AB0470A8F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 b="1">
                <a:ea typeface="+mn-lt"/>
                <a:cs typeface="+mn-lt"/>
              </a:rPr>
              <a:t>Großer Teil der Test-Erstellung automatisierbar </a:t>
            </a:r>
            <a:endParaRPr lang="de-AT">
              <a:ea typeface="+mn-lt"/>
              <a:cs typeface="+mn-lt"/>
            </a:endParaRPr>
          </a:p>
          <a:p>
            <a:r>
              <a:rPr lang="de-AT" b="1">
                <a:ea typeface="+mn-lt"/>
                <a:cs typeface="+mn-lt"/>
              </a:rPr>
              <a:t>Edge Cases und versteckte Bugs werden jedoch nicht zuverlässig erkannt</a:t>
            </a:r>
            <a:endParaRPr lang="de-AT">
              <a:ea typeface="+mn-lt"/>
              <a:cs typeface="+mn-lt"/>
            </a:endParaRPr>
          </a:p>
          <a:p>
            <a:pPr marL="0" indent="0">
              <a:buNone/>
            </a:pPr>
            <a:endParaRPr lang="de-AT">
              <a:ea typeface="+mn-lt"/>
              <a:cs typeface="+mn-lt"/>
            </a:endParaRPr>
          </a:p>
          <a:p>
            <a:r>
              <a:rPr lang="de-AT">
                <a:ea typeface="+mn-lt"/>
                <a:cs typeface="+mn-lt"/>
              </a:rPr>
              <a:t>KI: Unterstützung für Entwickler und QA-Engineers.</a:t>
            </a:r>
            <a:endParaRPr lang="en-US">
              <a:ea typeface="+mn-lt"/>
              <a:cs typeface="+mn-lt"/>
            </a:endParaRPr>
          </a:p>
          <a:p>
            <a:r>
              <a:rPr lang="de-AT">
                <a:ea typeface="+mn-lt"/>
                <a:cs typeface="+mn-lt"/>
              </a:rPr>
              <a:t> Vollständige Ablösung: nicht realistisch.</a:t>
            </a:r>
            <a:endParaRPr lang="en-US">
              <a:ea typeface="+mn-lt"/>
              <a:cs typeface="+mn-lt"/>
            </a:endParaRPr>
          </a:p>
          <a:p>
            <a:r>
              <a:rPr lang="de-AT">
                <a:ea typeface="+mn-lt"/>
                <a:cs typeface="+mn-lt"/>
              </a:rPr>
              <a:t> Der effektivste Ansatz ist und bleibt aktuell ein hybrides Modell: KI generiert Tests, Menschen validieren die Ergebnisse und ergänzen kritische Szenarien.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2431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45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9DE81-7B57-FB19-9385-44A6F4EE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 Anfrage nach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566F97-EC52-C2D7-4FDE-74F75E27E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Auswertugen</a:t>
            </a:r>
            <a:r>
              <a:rPr lang="de-AT" dirty="0"/>
              <a:t> kompakt aufgestellt (Ergebnisse erzeugt mit KI)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05E07CC1-0672-012A-0C0F-453FFC5A5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531" y="2506662"/>
            <a:ext cx="3339707" cy="435133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140621A-2755-86DC-3942-7FD43D1CA08A}"/>
              </a:ext>
            </a:extLst>
          </p:cNvPr>
          <p:cNvSpPr txBox="1"/>
          <p:nvPr/>
        </p:nvSpPr>
        <p:spPr>
          <a:xfrm>
            <a:off x="4306427" y="2160142"/>
            <a:ext cx="340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Claude</a:t>
            </a:r>
          </a:p>
        </p:txBody>
      </p:sp>
    </p:spTree>
    <p:extLst>
      <p:ext uri="{BB962C8B-B14F-4D97-AF65-F5344CB8AC3E}">
        <p14:creationId xmlns:p14="http://schemas.microsoft.com/office/powerpoint/2010/main" val="2378723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59FA8-AEC4-E1F2-1BB7-FB85B8F1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5772CC-796F-7381-6168-4CCEAAD8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981" y="1714500"/>
            <a:ext cx="2478310" cy="51435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77A901A-3F75-31A0-745A-2B2D66F47945}"/>
              </a:ext>
            </a:extLst>
          </p:cNvPr>
          <p:cNvSpPr txBox="1"/>
          <p:nvPr/>
        </p:nvSpPr>
        <p:spPr>
          <a:xfrm>
            <a:off x="4542981" y="1321356"/>
            <a:ext cx="340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Codex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E16D913-5F31-68A4-1042-E287C38B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65578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4FAE4-53C2-DA49-FC06-9C82803B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0CFF9C-4F34-BC6F-59DF-BF89F5FB0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5B8620-8831-E898-55F8-E524DAD0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74" y="2744461"/>
            <a:ext cx="10458526" cy="309564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2482260-601E-CD61-02DE-9230395D02B5}"/>
              </a:ext>
            </a:extLst>
          </p:cNvPr>
          <p:cNvSpPr txBox="1"/>
          <p:nvPr/>
        </p:nvSpPr>
        <p:spPr>
          <a:xfrm>
            <a:off x="838200" y="2375129"/>
            <a:ext cx="332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Gemini</a:t>
            </a:r>
          </a:p>
        </p:txBody>
      </p:sp>
    </p:spTree>
    <p:extLst>
      <p:ext uri="{BB962C8B-B14F-4D97-AF65-F5344CB8AC3E}">
        <p14:creationId xmlns:p14="http://schemas.microsoft.com/office/powerpoint/2010/main" val="406477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Breitbild</PresentationFormat>
  <Paragraphs>113</Paragraphs>
  <Slides>29</Slides>
  <Notes>1</Notes>
  <HiddenSlides>15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Courier New</vt:lpstr>
      <vt:lpstr>Office</vt:lpstr>
      <vt:lpstr>Evaluierung KI-generierter Test-Suites durch einen Single-Prompt in einer JavaScript-Anwendung</vt:lpstr>
      <vt:lpstr>Prompt 1 gemini</vt:lpstr>
      <vt:lpstr>Prompt 1 codex</vt:lpstr>
      <vt:lpstr>codex</vt:lpstr>
      <vt:lpstr>Codex 2</vt:lpstr>
      <vt:lpstr>Codex 3</vt:lpstr>
      <vt:lpstr>Codex 4</vt:lpstr>
      <vt:lpstr>Codex 5</vt:lpstr>
      <vt:lpstr>Gemini 2 </vt:lpstr>
      <vt:lpstr>Gemini 5 </vt:lpstr>
      <vt:lpstr>WishList</vt:lpstr>
      <vt:lpstr>Projekt</vt:lpstr>
      <vt:lpstr>PowerPoint-Präsentation</vt:lpstr>
      <vt:lpstr>Git Graph</vt:lpstr>
      <vt:lpstr>Prompts I</vt:lpstr>
      <vt:lpstr>Prompts II</vt:lpstr>
      <vt:lpstr>Code Coverage &amp; Pass Rate</vt:lpstr>
      <vt:lpstr>Anzahl Tests</vt:lpstr>
      <vt:lpstr>Qualitative Metriken</vt:lpstr>
      <vt:lpstr>Fazit</vt:lpstr>
      <vt:lpstr>Claude – Fazit</vt:lpstr>
      <vt:lpstr>Codex – Fazit</vt:lpstr>
      <vt:lpstr>Gemini – Fazit</vt:lpstr>
      <vt:lpstr>Gesamtfazit</vt:lpstr>
      <vt:lpstr>Kann man QA-Engineers kündigen?</vt:lpstr>
      <vt:lpstr>PowerPoint-Präsentation</vt:lpstr>
      <vt:lpstr>Auf Anfrage nach Präsentation</vt:lpstr>
      <vt:lpstr>Ergebnisse</vt:lpstr>
      <vt:lpstr>Ergebnisse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Sanin Zimic</dc:creator>
  <cp:lastModifiedBy>Sanin Zimic</cp:lastModifiedBy>
  <cp:revision>22</cp:revision>
  <dcterms:created xsi:type="dcterms:W3CDTF">2026-06-05T16:14:46Z</dcterms:created>
  <dcterms:modified xsi:type="dcterms:W3CDTF">2026-06-20T11:29:44Z</dcterms:modified>
</cp:coreProperties>
</file>